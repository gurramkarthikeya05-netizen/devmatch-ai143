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61" r:id="rId5"/>
  </p:sldIdLst>
  <p:sldSz cx="12192000" cy="6858000"/>
  <p:notesSz cx="6858000" cy="9144000"/>
  <p:embeddedFontLst>
    <p:embeddedFont>
      <p:font typeface="Calibri" panose="020F0502020204030204" pitchFamily="34" charset="0"/>
      <p:regular r:id="rId7"/>
      <p:bold r:id="rId8"/>
      <p:italic r:id="rId9"/>
      <p:boldItalic r:id="rId10"/>
    </p:embeddedFont>
    <p:embeddedFont>
      <p:font typeface="Gill Sans" panose="020B0604020202020204" charset="0"/>
      <p:regular r:id="rId11"/>
      <p:bold r:id="rId12"/>
    </p:embeddedFont>
    <p:embeddedFont>
      <p:font typeface="Trebuchet MS" panose="020B0603020202020204" pitchFamily="34" charset="0"/>
      <p:regular r:id="rId13"/>
      <p:bold r:id="rId14"/>
      <p:italic r:id="rId15"/>
      <p:boldItalic r:id="rId16"/>
    </p:embeddedFont>
    <p:embeddedFont>
      <p:font typeface="Verdana" panose="020B0604030504040204" pitchFamily="34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4" roundtripDataSignature="AMtx7mg1xFnj+CupuralifugFjW6vov5W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F2101F5-8E14-42D4-9DA7-FC0D2200F707}">
  <a:tblStyle styleId="{2F2101F5-8E14-42D4-9DA7-FC0D2200F707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font" Target="fonts/font12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font" Target="fonts/font11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10.fntdata"/><Relationship Id="rId20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24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font" Target="fonts/font9.fntdata"/><Relationship Id="rId28" Type="http://schemas.openxmlformats.org/officeDocument/2006/relationships/tableStyles" Target="tableStyles.xml"/><Relationship Id="rId10" Type="http://schemas.openxmlformats.org/officeDocument/2006/relationships/font" Target="fonts/font4.fntdata"/><Relationship Id="rId19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font" Target="fonts/font8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6" name="Google Shape;12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0"/>
          <p:cNvSpPr txBox="1">
            <a:spLocks noGrp="1"/>
          </p:cNvSpPr>
          <p:nvPr>
            <p:ph type="ctrTitle"/>
          </p:nvPr>
        </p:nvSpPr>
        <p:spPr>
          <a:xfrm>
            <a:off x="1910080" y="359898"/>
            <a:ext cx="9875520" cy="1472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220"/>
              </a:buClr>
              <a:buSzPts val="4300"/>
              <a:buFont typeface="Gill Sans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0"/>
          <p:cNvSpPr txBox="1">
            <a:spLocks noGrp="1"/>
          </p:cNvSpPr>
          <p:nvPr>
            <p:ph type="subTitle" idx="1"/>
          </p:nvPr>
        </p:nvSpPr>
        <p:spPr>
          <a:xfrm>
            <a:off x="1910080" y="1850064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80"/>
              <a:buNone/>
              <a:defRPr sz="2600">
                <a:solidFill>
                  <a:srgbClr val="2A310F"/>
                </a:solidFill>
              </a:defRPr>
            </a:lvl1pPr>
            <a:lvl2pPr lvl="1" algn="ctr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0"/>
          <p:cNvSpPr txBox="1">
            <a:spLocks noGrp="1"/>
          </p:cNvSpPr>
          <p:nvPr>
            <p:ph type="dt" idx="10"/>
          </p:nvPr>
        </p:nvSpPr>
        <p:spPr>
          <a:xfrm>
            <a:off x="4775200" y="6305550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0"/>
          <p:cNvSpPr txBox="1">
            <a:spLocks noGrp="1"/>
          </p:cNvSpPr>
          <p:nvPr>
            <p:ph type="ftr" idx="11"/>
          </p:nvPr>
        </p:nvSpPr>
        <p:spPr>
          <a:xfrm>
            <a:off x="7620000" y="6305550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0"/>
          <p:cNvSpPr txBox="1">
            <a:spLocks noGrp="1"/>
          </p:cNvSpPr>
          <p:nvPr>
            <p:ph type="sldNum" idx="12"/>
          </p:nvPr>
        </p:nvSpPr>
        <p:spPr>
          <a:xfrm>
            <a:off x="11484864" y="6305550"/>
            <a:ext cx="609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67E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67E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67E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67E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67E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67E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67E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67E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67E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" name="Google Shape;26;p30"/>
          <p:cNvSpPr/>
          <p:nvPr/>
        </p:nvSpPr>
        <p:spPr>
          <a:xfrm>
            <a:off x="1228577" y="1413802"/>
            <a:ext cx="280416" cy="210312"/>
          </a:xfrm>
          <a:prstGeom prst="ellipse">
            <a:avLst/>
          </a:prstGeom>
          <a:gradFill>
            <a:gsLst>
              <a:gs pos="0">
                <a:srgbClr val="F0F9E7">
                  <a:alpha val="94901"/>
                </a:srgbClr>
              </a:gs>
              <a:gs pos="50000">
                <a:srgbClr val="E2ECD6">
                  <a:alpha val="89803"/>
                </a:srgbClr>
              </a:gs>
              <a:gs pos="95000">
                <a:srgbClr val="BFDCA3">
                  <a:alpha val="87843"/>
                </a:srgbClr>
              </a:gs>
              <a:gs pos="100000">
                <a:srgbClr val="9FC571">
                  <a:alpha val="84705"/>
                </a:srgbClr>
              </a:gs>
            </a:gsLst>
            <a:path path="circle">
              <a:fillToRect r="100000" b="100000"/>
            </a:path>
            <a:tileRect l="-100000" t="-100000"/>
          </a:gradFill>
          <a:ln w="9525" cap="rnd" cmpd="sng">
            <a:solidFill>
              <a:srgbClr val="9DAD89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7" name="Google Shape;27;p30"/>
          <p:cNvSpPr/>
          <p:nvPr/>
        </p:nvSpPr>
        <p:spPr>
          <a:xfrm>
            <a:off x="1542901" y="1345016"/>
            <a:ext cx="85344" cy="64008"/>
          </a:xfrm>
          <a:prstGeom prst="ellipse">
            <a:avLst/>
          </a:prstGeom>
          <a:noFill/>
          <a:ln w="12700" cap="rnd" cmpd="sng">
            <a:solidFill>
              <a:srgbClr val="909E80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28" name="Google Shape;28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59965" y="0"/>
            <a:ext cx="1428750" cy="9658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1"/>
          <p:cNvSpPr txBox="1">
            <a:spLocks noGrp="1"/>
          </p:cNvSpPr>
          <p:nvPr>
            <p:ph type="title"/>
          </p:nvPr>
        </p:nvSpPr>
        <p:spPr>
          <a:xfrm>
            <a:off x="1914144" y="274638"/>
            <a:ext cx="999744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22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31"/>
          <p:cNvSpPr txBox="1">
            <a:spLocks noGrp="1"/>
          </p:cNvSpPr>
          <p:nvPr>
            <p:ph type="body" idx="1"/>
          </p:nvPr>
        </p:nvSpPr>
        <p:spPr>
          <a:xfrm>
            <a:off x="1914144" y="1447800"/>
            <a:ext cx="999744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⚫"/>
              <a:defRPr/>
            </a:lvl1pPr>
            <a:lvl2pPr marL="914400" lvl="1" indent="-3429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32" name="Google Shape;32;p31"/>
          <p:cNvSpPr txBox="1">
            <a:spLocks noGrp="1"/>
          </p:cNvSpPr>
          <p:nvPr>
            <p:ph type="dt" idx="10"/>
          </p:nvPr>
        </p:nvSpPr>
        <p:spPr>
          <a:xfrm>
            <a:off x="4775200" y="6305550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31"/>
          <p:cNvSpPr txBox="1">
            <a:spLocks noGrp="1"/>
          </p:cNvSpPr>
          <p:nvPr>
            <p:ph type="ftr" idx="11"/>
          </p:nvPr>
        </p:nvSpPr>
        <p:spPr>
          <a:xfrm>
            <a:off x="7620000" y="6305550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31"/>
          <p:cNvSpPr txBox="1">
            <a:spLocks noGrp="1"/>
          </p:cNvSpPr>
          <p:nvPr>
            <p:ph type="sldNum" idx="12"/>
          </p:nvPr>
        </p:nvSpPr>
        <p:spPr>
          <a:xfrm>
            <a:off x="11484864" y="6305550"/>
            <a:ext cx="609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67E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67E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67E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67E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67E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67E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67E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67E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67E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5" name="Google Shape;35;p3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59965" y="0"/>
            <a:ext cx="1428750" cy="9658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Blank">
  <p:cSld name="1_Blank">
    <p:bg>
      <p:bgPr>
        <a:solidFill>
          <a:schemeClr val="lt1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4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4"/>
          <p:cNvSpPr/>
          <p:nvPr/>
        </p:nvSpPr>
        <p:spPr>
          <a:xfrm>
            <a:off x="4066" y="3810"/>
            <a:ext cx="1093470" cy="819150"/>
          </a:xfrm>
          <a:custGeom>
            <a:avLst/>
            <a:gdLst/>
            <a:ahLst/>
            <a:cxnLst/>
            <a:rect l="l" t="t" r="r" b="b"/>
            <a:pathLst>
              <a:path w="1093470" h="819150" extrusionOk="0">
                <a:moveTo>
                  <a:pt x="1093213" y="0"/>
                </a:moveTo>
                <a:lnTo>
                  <a:pt x="505" y="0"/>
                </a:lnTo>
                <a:lnTo>
                  <a:pt x="0" y="819150"/>
                </a:lnTo>
                <a:lnTo>
                  <a:pt x="55042" y="818147"/>
                </a:lnTo>
                <a:lnTo>
                  <a:pt x="108888" y="815170"/>
                </a:lnTo>
                <a:lnTo>
                  <a:pt x="161978" y="810267"/>
                </a:lnTo>
                <a:lnTo>
                  <a:pt x="214251" y="803484"/>
                </a:lnTo>
                <a:lnTo>
                  <a:pt x="265645" y="794867"/>
                </a:lnTo>
                <a:lnTo>
                  <a:pt x="316095" y="784465"/>
                </a:lnTo>
                <a:lnTo>
                  <a:pt x="365540" y="772323"/>
                </a:lnTo>
                <a:lnTo>
                  <a:pt x="413918" y="758490"/>
                </a:lnTo>
                <a:lnTo>
                  <a:pt x="461165" y="743011"/>
                </a:lnTo>
                <a:lnTo>
                  <a:pt x="507219" y="725933"/>
                </a:lnTo>
                <a:lnTo>
                  <a:pt x="552018" y="707305"/>
                </a:lnTo>
                <a:lnTo>
                  <a:pt x="595498" y="687172"/>
                </a:lnTo>
                <a:lnTo>
                  <a:pt x="637597" y="665581"/>
                </a:lnTo>
                <a:lnTo>
                  <a:pt x="678254" y="642580"/>
                </a:lnTo>
                <a:lnTo>
                  <a:pt x="717404" y="618216"/>
                </a:lnTo>
                <a:lnTo>
                  <a:pt x="754985" y="592534"/>
                </a:lnTo>
                <a:lnTo>
                  <a:pt x="790935" y="565584"/>
                </a:lnTo>
                <a:lnTo>
                  <a:pt x="825192" y="537410"/>
                </a:lnTo>
                <a:lnTo>
                  <a:pt x="857692" y="508060"/>
                </a:lnTo>
                <a:lnTo>
                  <a:pt x="888373" y="477582"/>
                </a:lnTo>
                <a:lnTo>
                  <a:pt x="917172" y="446022"/>
                </a:lnTo>
                <a:lnTo>
                  <a:pt x="944027" y="413427"/>
                </a:lnTo>
                <a:lnTo>
                  <a:pt x="968876" y="379844"/>
                </a:lnTo>
                <a:lnTo>
                  <a:pt x="991655" y="345319"/>
                </a:lnTo>
                <a:lnTo>
                  <a:pt x="1012301" y="309901"/>
                </a:lnTo>
                <a:lnTo>
                  <a:pt x="1030754" y="273636"/>
                </a:lnTo>
                <a:lnTo>
                  <a:pt x="1046949" y="236570"/>
                </a:lnTo>
                <a:lnTo>
                  <a:pt x="1060824" y="198751"/>
                </a:lnTo>
                <a:lnTo>
                  <a:pt x="1072317" y="160225"/>
                </a:lnTo>
                <a:lnTo>
                  <a:pt x="1081365" y="121041"/>
                </a:lnTo>
                <a:lnTo>
                  <a:pt x="1087905" y="81243"/>
                </a:lnTo>
                <a:lnTo>
                  <a:pt x="1091875" y="40881"/>
                </a:lnTo>
                <a:lnTo>
                  <a:pt x="1093213" y="0"/>
                </a:lnTo>
                <a:close/>
              </a:path>
            </a:pathLst>
          </a:custGeom>
          <a:solidFill>
            <a:srgbClr val="FFFFF0">
              <a:alpha val="32941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44"/>
          <p:cNvSpPr/>
          <p:nvPr/>
        </p:nvSpPr>
        <p:spPr>
          <a:xfrm>
            <a:off x="4066" y="3810"/>
            <a:ext cx="1093470" cy="819150"/>
          </a:xfrm>
          <a:custGeom>
            <a:avLst/>
            <a:gdLst/>
            <a:ahLst/>
            <a:cxnLst/>
            <a:rect l="l" t="t" r="r" b="b"/>
            <a:pathLst>
              <a:path w="1093470" h="819150" extrusionOk="0">
                <a:moveTo>
                  <a:pt x="1093213" y="0"/>
                </a:moveTo>
                <a:lnTo>
                  <a:pt x="1091875" y="40881"/>
                </a:lnTo>
                <a:lnTo>
                  <a:pt x="1087905" y="81243"/>
                </a:lnTo>
                <a:lnTo>
                  <a:pt x="1081365" y="121041"/>
                </a:lnTo>
                <a:lnTo>
                  <a:pt x="1072317" y="160225"/>
                </a:lnTo>
                <a:lnTo>
                  <a:pt x="1060824" y="198751"/>
                </a:lnTo>
                <a:lnTo>
                  <a:pt x="1046949" y="236570"/>
                </a:lnTo>
                <a:lnTo>
                  <a:pt x="1030754" y="273636"/>
                </a:lnTo>
                <a:lnTo>
                  <a:pt x="1012301" y="309901"/>
                </a:lnTo>
                <a:lnTo>
                  <a:pt x="991655" y="345319"/>
                </a:lnTo>
                <a:lnTo>
                  <a:pt x="968876" y="379844"/>
                </a:lnTo>
                <a:lnTo>
                  <a:pt x="944027" y="413427"/>
                </a:lnTo>
                <a:lnTo>
                  <a:pt x="917172" y="446022"/>
                </a:lnTo>
                <a:lnTo>
                  <a:pt x="888373" y="477582"/>
                </a:lnTo>
                <a:lnTo>
                  <a:pt x="857692" y="508060"/>
                </a:lnTo>
                <a:lnTo>
                  <a:pt x="825192" y="537410"/>
                </a:lnTo>
                <a:lnTo>
                  <a:pt x="790935" y="565584"/>
                </a:lnTo>
                <a:lnTo>
                  <a:pt x="754985" y="592534"/>
                </a:lnTo>
                <a:lnTo>
                  <a:pt x="717404" y="618216"/>
                </a:lnTo>
                <a:lnTo>
                  <a:pt x="678254" y="642580"/>
                </a:lnTo>
                <a:lnTo>
                  <a:pt x="637597" y="665581"/>
                </a:lnTo>
                <a:lnTo>
                  <a:pt x="595498" y="687172"/>
                </a:lnTo>
                <a:lnTo>
                  <a:pt x="552018" y="707305"/>
                </a:lnTo>
                <a:lnTo>
                  <a:pt x="507219" y="725933"/>
                </a:lnTo>
                <a:lnTo>
                  <a:pt x="461165" y="743011"/>
                </a:lnTo>
                <a:lnTo>
                  <a:pt x="413918" y="758490"/>
                </a:lnTo>
                <a:lnTo>
                  <a:pt x="365540" y="772323"/>
                </a:lnTo>
                <a:lnTo>
                  <a:pt x="316095" y="784465"/>
                </a:lnTo>
                <a:lnTo>
                  <a:pt x="265645" y="794867"/>
                </a:lnTo>
                <a:lnTo>
                  <a:pt x="214251" y="803484"/>
                </a:lnTo>
                <a:lnTo>
                  <a:pt x="161978" y="810267"/>
                </a:lnTo>
                <a:lnTo>
                  <a:pt x="108888" y="815170"/>
                </a:lnTo>
                <a:lnTo>
                  <a:pt x="55042" y="818147"/>
                </a:lnTo>
                <a:lnTo>
                  <a:pt x="505" y="819150"/>
                </a:lnTo>
                <a:lnTo>
                  <a:pt x="336" y="819150"/>
                </a:lnTo>
                <a:lnTo>
                  <a:pt x="168" y="819150"/>
                </a:lnTo>
                <a:lnTo>
                  <a:pt x="0" y="819150"/>
                </a:lnTo>
                <a:lnTo>
                  <a:pt x="505" y="0"/>
                </a:lnTo>
                <a:lnTo>
                  <a:pt x="1093213" y="0"/>
                </a:lnTo>
                <a:close/>
              </a:path>
            </a:pathLst>
          </a:custGeom>
          <a:noFill/>
          <a:ln w="9525" cap="flat" cmpd="sng">
            <a:solidFill>
              <a:srgbClr val="EFE99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" name="Google Shape;40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4404" y="6095"/>
            <a:ext cx="2349246" cy="1782317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44"/>
          <p:cNvSpPr/>
          <p:nvPr/>
        </p:nvSpPr>
        <p:spPr>
          <a:xfrm>
            <a:off x="225552" y="21335"/>
            <a:ext cx="2269490" cy="1702435"/>
          </a:xfrm>
          <a:custGeom>
            <a:avLst/>
            <a:gdLst/>
            <a:ahLst/>
            <a:cxnLst/>
            <a:rect l="l" t="t" r="r" b="b"/>
            <a:pathLst>
              <a:path w="2269490" h="1702435" extrusionOk="0">
                <a:moveTo>
                  <a:pt x="0" y="851154"/>
                </a:moveTo>
                <a:lnTo>
                  <a:pt x="1308" y="809919"/>
                </a:lnTo>
                <a:lnTo>
                  <a:pt x="5193" y="769190"/>
                </a:lnTo>
                <a:lnTo>
                  <a:pt x="11597" y="729012"/>
                </a:lnTo>
                <a:lnTo>
                  <a:pt x="20458" y="689429"/>
                </a:lnTo>
                <a:lnTo>
                  <a:pt x="31719" y="650486"/>
                </a:lnTo>
                <a:lnTo>
                  <a:pt x="45319" y="612227"/>
                </a:lnTo>
                <a:lnTo>
                  <a:pt x="61199" y="574698"/>
                </a:lnTo>
                <a:lnTo>
                  <a:pt x="79299" y="537942"/>
                </a:lnTo>
                <a:lnTo>
                  <a:pt x="99561" y="502004"/>
                </a:lnTo>
                <a:lnTo>
                  <a:pt x="121924" y="466930"/>
                </a:lnTo>
                <a:lnTo>
                  <a:pt x="146330" y="432763"/>
                </a:lnTo>
                <a:lnTo>
                  <a:pt x="172718" y="399548"/>
                </a:lnTo>
                <a:lnTo>
                  <a:pt x="201030" y="367330"/>
                </a:lnTo>
                <a:lnTo>
                  <a:pt x="231206" y="336153"/>
                </a:lnTo>
                <a:lnTo>
                  <a:pt x="263186" y="306062"/>
                </a:lnTo>
                <a:lnTo>
                  <a:pt x="296911" y="277102"/>
                </a:lnTo>
                <a:lnTo>
                  <a:pt x="332322" y="249316"/>
                </a:lnTo>
                <a:lnTo>
                  <a:pt x="369359" y="222751"/>
                </a:lnTo>
                <a:lnTo>
                  <a:pt x="407963" y="197450"/>
                </a:lnTo>
                <a:lnTo>
                  <a:pt x="448074" y="173458"/>
                </a:lnTo>
                <a:lnTo>
                  <a:pt x="489633" y="150820"/>
                </a:lnTo>
                <a:lnTo>
                  <a:pt x="532581" y="129580"/>
                </a:lnTo>
                <a:lnTo>
                  <a:pt x="576858" y="109783"/>
                </a:lnTo>
                <a:lnTo>
                  <a:pt x="622404" y="91473"/>
                </a:lnTo>
                <a:lnTo>
                  <a:pt x="669160" y="74695"/>
                </a:lnTo>
                <a:lnTo>
                  <a:pt x="717067" y="59494"/>
                </a:lnTo>
                <a:lnTo>
                  <a:pt x="766066" y="45914"/>
                </a:lnTo>
                <a:lnTo>
                  <a:pt x="816096" y="34001"/>
                </a:lnTo>
                <a:lnTo>
                  <a:pt x="867098" y="23797"/>
                </a:lnTo>
                <a:lnTo>
                  <a:pt x="919014" y="15349"/>
                </a:lnTo>
                <a:lnTo>
                  <a:pt x="971783" y="8701"/>
                </a:lnTo>
                <a:lnTo>
                  <a:pt x="1025346" y="3896"/>
                </a:lnTo>
                <a:lnTo>
                  <a:pt x="1079644" y="981"/>
                </a:lnTo>
                <a:lnTo>
                  <a:pt x="1134617" y="0"/>
                </a:lnTo>
                <a:lnTo>
                  <a:pt x="1189590" y="981"/>
                </a:lnTo>
                <a:lnTo>
                  <a:pt x="1243887" y="3896"/>
                </a:lnTo>
                <a:lnTo>
                  <a:pt x="1297449" y="8701"/>
                </a:lnTo>
                <a:lnTo>
                  <a:pt x="1350217" y="15349"/>
                </a:lnTo>
                <a:lnTo>
                  <a:pt x="1402132" y="23797"/>
                </a:lnTo>
                <a:lnTo>
                  <a:pt x="1453135" y="34001"/>
                </a:lnTo>
                <a:lnTo>
                  <a:pt x="1503164" y="45914"/>
                </a:lnTo>
                <a:lnTo>
                  <a:pt x="1552162" y="59494"/>
                </a:lnTo>
                <a:lnTo>
                  <a:pt x="1600069" y="74695"/>
                </a:lnTo>
                <a:lnTo>
                  <a:pt x="1646826" y="91473"/>
                </a:lnTo>
                <a:lnTo>
                  <a:pt x="1692372" y="109783"/>
                </a:lnTo>
                <a:lnTo>
                  <a:pt x="1736648" y="129580"/>
                </a:lnTo>
                <a:lnTo>
                  <a:pt x="1779596" y="150820"/>
                </a:lnTo>
                <a:lnTo>
                  <a:pt x="1821155" y="173458"/>
                </a:lnTo>
                <a:lnTo>
                  <a:pt x="1861267" y="197450"/>
                </a:lnTo>
                <a:lnTo>
                  <a:pt x="1899871" y="222751"/>
                </a:lnTo>
                <a:lnTo>
                  <a:pt x="1936908" y="249316"/>
                </a:lnTo>
                <a:lnTo>
                  <a:pt x="1972319" y="277102"/>
                </a:lnTo>
                <a:lnTo>
                  <a:pt x="2006045" y="306062"/>
                </a:lnTo>
                <a:lnTo>
                  <a:pt x="2038026" y="336153"/>
                </a:lnTo>
                <a:lnTo>
                  <a:pt x="2068202" y="367330"/>
                </a:lnTo>
                <a:lnTo>
                  <a:pt x="2096514" y="399548"/>
                </a:lnTo>
                <a:lnTo>
                  <a:pt x="2122903" y="432763"/>
                </a:lnTo>
                <a:lnTo>
                  <a:pt x="2147309" y="466930"/>
                </a:lnTo>
                <a:lnTo>
                  <a:pt x="2169672" y="502004"/>
                </a:lnTo>
                <a:lnTo>
                  <a:pt x="2189934" y="537942"/>
                </a:lnTo>
                <a:lnTo>
                  <a:pt x="2208035" y="574698"/>
                </a:lnTo>
                <a:lnTo>
                  <a:pt x="2223915" y="612227"/>
                </a:lnTo>
                <a:lnTo>
                  <a:pt x="2237515" y="650486"/>
                </a:lnTo>
                <a:lnTo>
                  <a:pt x="2248776" y="689429"/>
                </a:lnTo>
                <a:lnTo>
                  <a:pt x="2257638" y="729012"/>
                </a:lnTo>
                <a:lnTo>
                  <a:pt x="2264041" y="769190"/>
                </a:lnTo>
                <a:lnTo>
                  <a:pt x="2267927" y="809919"/>
                </a:lnTo>
                <a:lnTo>
                  <a:pt x="2269236" y="851154"/>
                </a:lnTo>
                <a:lnTo>
                  <a:pt x="2267927" y="892388"/>
                </a:lnTo>
                <a:lnTo>
                  <a:pt x="2264041" y="933117"/>
                </a:lnTo>
                <a:lnTo>
                  <a:pt x="2257638" y="973295"/>
                </a:lnTo>
                <a:lnTo>
                  <a:pt x="2248776" y="1012878"/>
                </a:lnTo>
                <a:lnTo>
                  <a:pt x="2237515" y="1051821"/>
                </a:lnTo>
                <a:lnTo>
                  <a:pt x="2223915" y="1090080"/>
                </a:lnTo>
                <a:lnTo>
                  <a:pt x="2208035" y="1127609"/>
                </a:lnTo>
                <a:lnTo>
                  <a:pt x="2189934" y="1164365"/>
                </a:lnTo>
                <a:lnTo>
                  <a:pt x="2169672" y="1200303"/>
                </a:lnTo>
                <a:lnTo>
                  <a:pt x="2147309" y="1235377"/>
                </a:lnTo>
                <a:lnTo>
                  <a:pt x="2122903" y="1269544"/>
                </a:lnTo>
                <a:lnTo>
                  <a:pt x="2096514" y="1302759"/>
                </a:lnTo>
                <a:lnTo>
                  <a:pt x="2068202" y="1334977"/>
                </a:lnTo>
                <a:lnTo>
                  <a:pt x="2038026" y="1366154"/>
                </a:lnTo>
                <a:lnTo>
                  <a:pt x="2006045" y="1396245"/>
                </a:lnTo>
                <a:lnTo>
                  <a:pt x="1972319" y="1425205"/>
                </a:lnTo>
                <a:lnTo>
                  <a:pt x="1936908" y="1452991"/>
                </a:lnTo>
                <a:lnTo>
                  <a:pt x="1899871" y="1479556"/>
                </a:lnTo>
                <a:lnTo>
                  <a:pt x="1861267" y="1504857"/>
                </a:lnTo>
                <a:lnTo>
                  <a:pt x="1821155" y="1528849"/>
                </a:lnTo>
                <a:lnTo>
                  <a:pt x="1779596" y="1551487"/>
                </a:lnTo>
                <a:lnTo>
                  <a:pt x="1736648" y="1572727"/>
                </a:lnTo>
                <a:lnTo>
                  <a:pt x="1692372" y="1592524"/>
                </a:lnTo>
                <a:lnTo>
                  <a:pt x="1646826" y="1610834"/>
                </a:lnTo>
                <a:lnTo>
                  <a:pt x="1600069" y="1627612"/>
                </a:lnTo>
                <a:lnTo>
                  <a:pt x="1552162" y="1642813"/>
                </a:lnTo>
                <a:lnTo>
                  <a:pt x="1503164" y="1656393"/>
                </a:lnTo>
                <a:lnTo>
                  <a:pt x="1453135" y="1668306"/>
                </a:lnTo>
                <a:lnTo>
                  <a:pt x="1402132" y="1678510"/>
                </a:lnTo>
                <a:lnTo>
                  <a:pt x="1350217" y="1686958"/>
                </a:lnTo>
                <a:lnTo>
                  <a:pt x="1297449" y="1693606"/>
                </a:lnTo>
                <a:lnTo>
                  <a:pt x="1243887" y="1698411"/>
                </a:lnTo>
                <a:lnTo>
                  <a:pt x="1189590" y="1701326"/>
                </a:lnTo>
                <a:lnTo>
                  <a:pt x="1134617" y="1702308"/>
                </a:lnTo>
                <a:lnTo>
                  <a:pt x="1079644" y="1701326"/>
                </a:lnTo>
                <a:lnTo>
                  <a:pt x="1025346" y="1698411"/>
                </a:lnTo>
                <a:lnTo>
                  <a:pt x="971783" y="1693606"/>
                </a:lnTo>
                <a:lnTo>
                  <a:pt x="919014" y="1686958"/>
                </a:lnTo>
                <a:lnTo>
                  <a:pt x="867098" y="1678510"/>
                </a:lnTo>
                <a:lnTo>
                  <a:pt x="816096" y="1668306"/>
                </a:lnTo>
                <a:lnTo>
                  <a:pt x="766066" y="1656393"/>
                </a:lnTo>
                <a:lnTo>
                  <a:pt x="717067" y="1642813"/>
                </a:lnTo>
                <a:lnTo>
                  <a:pt x="669160" y="1627612"/>
                </a:lnTo>
                <a:lnTo>
                  <a:pt x="622404" y="1610834"/>
                </a:lnTo>
                <a:lnTo>
                  <a:pt x="576858" y="1592524"/>
                </a:lnTo>
                <a:lnTo>
                  <a:pt x="532581" y="1572727"/>
                </a:lnTo>
                <a:lnTo>
                  <a:pt x="489633" y="1551487"/>
                </a:lnTo>
                <a:lnTo>
                  <a:pt x="448074" y="1528849"/>
                </a:lnTo>
                <a:lnTo>
                  <a:pt x="407963" y="1504857"/>
                </a:lnTo>
                <a:lnTo>
                  <a:pt x="369359" y="1479556"/>
                </a:lnTo>
                <a:lnTo>
                  <a:pt x="332322" y="1452991"/>
                </a:lnTo>
                <a:lnTo>
                  <a:pt x="296911" y="1425205"/>
                </a:lnTo>
                <a:lnTo>
                  <a:pt x="263186" y="1396245"/>
                </a:lnTo>
                <a:lnTo>
                  <a:pt x="231206" y="1366154"/>
                </a:lnTo>
                <a:lnTo>
                  <a:pt x="201030" y="1334977"/>
                </a:lnTo>
                <a:lnTo>
                  <a:pt x="172718" y="1302759"/>
                </a:lnTo>
                <a:lnTo>
                  <a:pt x="146330" y="1269544"/>
                </a:lnTo>
                <a:lnTo>
                  <a:pt x="121924" y="1235377"/>
                </a:lnTo>
                <a:lnTo>
                  <a:pt x="99561" y="1200303"/>
                </a:lnTo>
                <a:lnTo>
                  <a:pt x="79299" y="1164365"/>
                </a:lnTo>
                <a:lnTo>
                  <a:pt x="61199" y="1127609"/>
                </a:lnTo>
                <a:lnTo>
                  <a:pt x="45319" y="1090080"/>
                </a:lnTo>
                <a:lnTo>
                  <a:pt x="31719" y="1051821"/>
                </a:lnTo>
                <a:lnTo>
                  <a:pt x="20458" y="1012878"/>
                </a:lnTo>
                <a:lnTo>
                  <a:pt x="11597" y="973295"/>
                </a:lnTo>
                <a:lnTo>
                  <a:pt x="5193" y="933117"/>
                </a:lnTo>
                <a:lnTo>
                  <a:pt x="1308" y="892388"/>
                </a:lnTo>
                <a:lnTo>
                  <a:pt x="0" y="851154"/>
                </a:lnTo>
                <a:close/>
              </a:path>
            </a:pathLst>
          </a:custGeom>
          <a:noFill/>
          <a:ln w="27425" cap="flat" cmpd="sng">
            <a:solidFill>
              <a:srgbClr val="FFFF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" name="Google Shape;42;p4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98704" y="966216"/>
            <a:ext cx="1396746" cy="1306829"/>
          </a:xfrm>
          <a:prstGeom prst="rect">
            <a:avLst/>
          </a:prstGeom>
          <a:noFill/>
          <a:ln>
            <a:noFill/>
          </a:ln>
        </p:spPr>
      </p:pic>
      <p:pic>
        <p:nvPicPr>
          <p:cNvPr id="43" name="Google Shape;43;p4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14455" y="970376"/>
            <a:ext cx="1359705" cy="1272029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44"/>
          <p:cNvSpPr/>
          <p:nvPr/>
        </p:nvSpPr>
        <p:spPr>
          <a:xfrm>
            <a:off x="314455" y="970376"/>
            <a:ext cx="1360170" cy="1272540"/>
          </a:xfrm>
          <a:custGeom>
            <a:avLst/>
            <a:gdLst/>
            <a:ahLst/>
            <a:cxnLst/>
            <a:rect l="l" t="t" r="r" b="b"/>
            <a:pathLst>
              <a:path w="1360170" h="1272539" extrusionOk="0">
                <a:moveTo>
                  <a:pt x="93303" y="167797"/>
                </a:moveTo>
                <a:lnTo>
                  <a:pt x="120579" y="136936"/>
                </a:lnTo>
                <a:lnTo>
                  <a:pt x="150484" y="109224"/>
                </a:lnTo>
                <a:lnTo>
                  <a:pt x="182840" y="84652"/>
                </a:lnTo>
                <a:lnTo>
                  <a:pt x="217465" y="63214"/>
                </a:lnTo>
                <a:lnTo>
                  <a:pt x="254180" y="44903"/>
                </a:lnTo>
                <a:lnTo>
                  <a:pt x="292805" y="29711"/>
                </a:lnTo>
                <a:lnTo>
                  <a:pt x="333161" y="17632"/>
                </a:lnTo>
                <a:lnTo>
                  <a:pt x="375066" y="8659"/>
                </a:lnTo>
                <a:lnTo>
                  <a:pt x="418341" y="2783"/>
                </a:lnTo>
                <a:lnTo>
                  <a:pt x="462807" y="0"/>
                </a:lnTo>
                <a:lnTo>
                  <a:pt x="508283" y="300"/>
                </a:lnTo>
                <a:lnTo>
                  <a:pt x="554590" y="3677"/>
                </a:lnTo>
                <a:lnTo>
                  <a:pt x="601547" y="10125"/>
                </a:lnTo>
                <a:lnTo>
                  <a:pt x="648974" y="19635"/>
                </a:lnTo>
                <a:lnTo>
                  <a:pt x="696693" y="32201"/>
                </a:lnTo>
                <a:lnTo>
                  <a:pt x="744522" y="47817"/>
                </a:lnTo>
                <a:lnTo>
                  <a:pt x="792281" y="66473"/>
                </a:lnTo>
                <a:lnTo>
                  <a:pt x="839792" y="88165"/>
                </a:lnTo>
                <a:lnTo>
                  <a:pt x="886873" y="112884"/>
                </a:lnTo>
                <a:lnTo>
                  <a:pt x="933345" y="140623"/>
                </a:lnTo>
                <a:lnTo>
                  <a:pt x="979029" y="171376"/>
                </a:lnTo>
                <a:lnTo>
                  <a:pt x="1023743" y="205135"/>
                </a:lnTo>
                <a:lnTo>
                  <a:pt x="1066579" y="241258"/>
                </a:lnTo>
                <a:lnTo>
                  <a:pt x="1106698" y="278990"/>
                </a:lnTo>
                <a:lnTo>
                  <a:pt x="1144053" y="318159"/>
                </a:lnTo>
                <a:lnTo>
                  <a:pt x="1178597" y="358591"/>
                </a:lnTo>
                <a:lnTo>
                  <a:pt x="1210285" y="400111"/>
                </a:lnTo>
                <a:lnTo>
                  <a:pt x="1239068" y="442547"/>
                </a:lnTo>
                <a:lnTo>
                  <a:pt x="1264900" y="485723"/>
                </a:lnTo>
                <a:lnTo>
                  <a:pt x="1287734" y="529467"/>
                </a:lnTo>
                <a:lnTo>
                  <a:pt x="1307524" y="573605"/>
                </a:lnTo>
                <a:lnTo>
                  <a:pt x="1324222" y="617963"/>
                </a:lnTo>
                <a:lnTo>
                  <a:pt x="1337782" y="662367"/>
                </a:lnTo>
                <a:lnTo>
                  <a:pt x="1348158" y="706643"/>
                </a:lnTo>
                <a:lnTo>
                  <a:pt x="1355301" y="750618"/>
                </a:lnTo>
                <a:lnTo>
                  <a:pt x="1359166" y="794118"/>
                </a:lnTo>
                <a:lnTo>
                  <a:pt x="1359705" y="836970"/>
                </a:lnTo>
                <a:lnTo>
                  <a:pt x="1356873" y="878999"/>
                </a:lnTo>
                <a:lnTo>
                  <a:pt x="1350621" y="920031"/>
                </a:lnTo>
                <a:lnTo>
                  <a:pt x="1340904" y="959894"/>
                </a:lnTo>
                <a:lnTo>
                  <a:pt x="1327674" y="998412"/>
                </a:lnTo>
                <a:lnTo>
                  <a:pt x="1310884" y="1035413"/>
                </a:lnTo>
                <a:lnTo>
                  <a:pt x="1290489" y="1070723"/>
                </a:lnTo>
                <a:lnTo>
                  <a:pt x="1266440" y="1104168"/>
                </a:lnTo>
                <a:lnTo>
                  <a:pt x="1239158" y="1135044"/>
                </a:lnTo>
                <a:lnTo>
                  <a:pt x="1209247" y="1162770"/>
                </a:lnTo>
                <a:lnTo>
                  <a:pt x="1176887" y="1187352"/>
                </a:lnTo>
                <a:lnTo>
                  <a:pt x="1142258" y="1208798"/>
                </a:lnTo>
                <a:lnTo>
                  <a:pt x="1105540" y="1227115"/>
                </a:lnTo>
                <a:lnTo>
                  <a:pt x="1066913" y="1242311"/>
                </a:lnTo>
                <a:lnTo>
                  <a:pt x="1026556" y="1254393"/>
                </a:lnTo>
                <a:lnTo>
                  <a:pt x="984649" y="1263368"/>
                </a:lnTo>
                <a:lnTo>
                  <a:pt x="941373" y="1269245"/>
                </a:lnTo>
                <a:lnTo>
                  <a:pt x="896906" y="1272029"/>
                </a:lnTo>
                <a:lnTo>
                  <a:pt x="851429" y="1271729"/>
                </a:lnTo>
                <a:lnTo>
                  <a:pt x="805122" y="1268351"/>
                </a:lnTo>
                <a:lnTo>
                  <a:pt x="758165" y="1261904"/>
                </a:lnTo>
                <a:lnTo>
                  <a:pt x="710737" y="1252394"/>
                </a:lnTo>
                <a:lnTo>
                  <a:pt x="663018" y="1239830"/>
                </a:lnTo>
                <a:lnTo>
                  <a:pt x="615188" y="1224218"/>
                </a:lnTo>
                <a:lnTo>
                  <a:pt x="567427" y="1205565"/>
                </a:lnTo>
                <a:lnTo>
                  <a:pt x="519915" y="1183880"/>
                </a:lnTo>
                <a:lnTo>
                  <a:pt x="472831" y="1159169"/>
                </a:lnTo>
                <a:lnTo>
                  <a:pt x="426356" y="1131440"/>
                </a:lnTo>
                <a:lnTo>
                  <a:pt x="380668" y="1100700"/>
                </a:lnTo>
                <a:lnTo>
                  <a:pt x="335949" y="1066957"/>
                </a:lnTo>
                <a:lnTo>
                  <a:pt x="293118" y="1030833"/>
                </a:lnTo>
                <a:lnTo>
                  <a:pt x="253003" y="993098"/>
                </a:lnTo>
                <a:lnTo>
                  <a:pt x="215650" y="953926"/>
                </a:lnTo>
                <a:lnTo>
                  <a:pt x="181107" y="913490"/>
                </a:lnTo>
                <a:lnTo>
                  <a:pt x="149421" y="871964"/>
                </a:lnTo>
                <a:lnTo>
                  <a:pt x="120638" y="829522"/>
                </a:lnTo>
                <a:lnTo>
                  <a:pt x="94806" y="786338"/>
                </a:lnTo>
                <a:lnTo>
                  <a:pt x="71971" y="742587"/>
                </a:lnTo>
                <a:lnTo>
                  <a:pt x="52181" y="698441"/>
                </a:lnTo>
                <a:lnTo>
                  <a:pt x="35482" y="654074"/>
                </a:lnTo>
                <a:lnTo>
                  <a:pt x="21921" y="609662"/>
                </a:lnTo>
                <a:lnTo>
                  <a:pt x="11545" y="565377"/>
                </a:lnTo>
                <a:lnTo>
                  <a:pt x="4402" y="521393"/>
                </a:lnTo>
                <a:lnTo>
                  <a:pt x="538" y="477885"/>
                </a:lnTo>
                <a:lnTo>
                  <a:pt x="0" y="435025"/>
                </a:lnTo>
                <a:lnTo>
                  <a:pt x="2834" y="392989"/>
                </a:lnTo>
                <a:lnTo>
                  <a:pt x="9089" y="351950"/>
                </a:lnTo>
                <a:lnTo>
                  <a:pt x="18810" y="312082"/>
                </a:lnTo>
                <a:lnTo>
                  <a:pt x="32045" y="273559"/>
                </a:lnTo>
                <a:lnTo>
                  <a:pt x="48841" y="236554"/>
                </a:lnTo>
                <a:lnTo>
                  <a:pt x="69245" y="201242"/>
                </a:lnTo>
                <a:lnTo>
                  <a:pt x="93303" y="167797"/>
                </a:lnTo>
              </a:path>
              <a:path w="1360170" h="1272539" extrusionOk="0">
                <a:moveTo>
                  <a:pt x="195284" y="249204"/>
                </a:moveTo>
                <a:lnTo>
                  <a:pt x="173368" y="280735"/>
                </a:lnTo>
                <a:lnTo>
                  <a:pt x="142802" y="350493"/>
                </a:lnTo>
                <a:lnTo>
                  <a:pt x="133994" y="388214"/>
                </a:lnTo>
                <a:lnTo>
                  <a:pt x="129400" y="427492"/>
                </a:lnTo>
                <a:lnTo>
                  <a:pt x="128940" y="468077"/>
                </a:lnTo>
                <a:lnTo>
                  <a:pt x="132535" y="509714"/>
                </a:lnTo>
                <a:lnTo>
                  <a:pt x="140108" y="552151"/>
                </a:lnTo>
                <a:lnTo>
                  <a:pt x="151580" y="595136"/>
                </a:lnTo>
                <a:lnTo>
                  <a:pt x="166873" y="638416"/>
                </a:lnTo>
                <a:lnTo>
                  <a:pt x="185907" y="681739"/>
                </a:lnTo>
                <a:lnTo>
                  <a:pt x="208606" y="724852"/>
                </a:lnTo>
                <a:lnTo>
                  <a:pt x="234890" y="767502"/>
                </a:lnTo>
                <a:lnTo>
                  <a:pt x="264680" y="809437"/>
                </a:lnTo>
                <a:lnTo>
                  <a:pt x="297899" y="850405"/>
                </a:lnTo>
                <a:lnTo>
                  <a:pt x="334469" y="890152"/>
                </a:lnTo>
                <a:lnTo>
                  <a:pt x="374309" y="928427"/>
                </a:lnTo>
                <a:lnTo>
                  <a:pt x="417343" y="964976"/>
                </a:lnTo>
                <a:lnTo>
                  <a:pt x="462523" y="998836"/>
                </a:lnTo>
                <a:lnTo>
                  <a:pt x="508676" y="1029197"/>
                </a:lnTo>
                <a:lnTo>
                  <a:pt x="555540" y="1056040"/>
                </a:lnTo>
                <a:lnTo>
                  <a:pt x="602850" y="1079344"/>
                </a:lnTo>
                <a:lnTo>
                  <a:pt x="650343" y="1099089"/>
                </a:lnTo>
                <a:lnTo>
                  <a:pt x="697756" y="1115255"/>
                </a:lnTo>
                <a:lnTo>
                  <a:pt x="744824" y="1127821"/>
                </a:lnTo>
                <a:lnTo>
                  <a:pt x="791285" y="1136769"/>
                </a:lnTo>
                <a:lnTo>
                  <a:pt x="836874" y="1142077"/>
                </a:lnTo>
                <a:lnTo>
                  <a:pt x="881328" y="1143726"/>
                </a:lnTo>
                <a:lnTo>
                  <a:pt x="924383" y="1141695"/>
                </a:lnTo>
                <a:lnTo>
                  <a:pt x="965776" y="1135965"/>
                </a:lnTo>
                <a:lnTo>
                  <a:pt x="1005242" y="1126515"/>
                </a:lnTo>
                <a:lnTo>
                  <a:pt x="1042519" y="1113324"/>
                </a:lnTo>
                <a:lnTo>
                  <a:pt x="1077343" y="1096374"/>
                </a:lnTo>
                <a:lnTo>
                  <a:pt x="1109450" y="1075643"/>
                </a:lnTo>
                <a:lnTo>
                  <a:pt x="1164459" y="1022761"/>
                </a:lnTo>
                <a:lnTo>
                  <a:pt x="1186381" y="991249"/>
                </a:lnTo>
                <a:lnTo>
                  <a:pt x="1216956" y="921525"/>
                </a:lnTo>
                <a:lnTo>
                  <a:pt x="1225767" y="883818"/>
                </a:lnTo>
                <a:lnTo>
                  <a:pt x="1230364" y="844552"/>
                </a:lnTo>
                <a:lnTo>
                  <a:pt x="1230825" y="803978"/>
                </a:lnTo>
                <a:lnTo>
                  <a:pt x="1227231" y="762349"/>
                </a:lnTo>
                <a:lnTo>
                  <a:pt x="1219658" y="719919"/>
                </a:lnTo>
                <a:lnTo>
                  <a:pt x="1208185" y="676940"/>
                </a:lnTo>
                <a:lnTo>
                  <a:pt x="1192891" y="633664"/>
                </a:lnTo>
                <a:lnTo>
                  <a:pt x="1173854" y="590345"/>
                </a:lnTo>
                <a:lnTo>
                  <a:pt x="1151153" y="547235"/>
                </a:lnTo>
                <a:lnTo>
                  <a:pt x="1124866" y="504587"/>
                </a:lnTo>
                <a:lnTo>
                  <a:pt x="1095071" y="462653"/>
                </a:lnTo>
                <a:lnTo>
                  <a:pt x="1061848" y="421686"/>
                </a:lnTo>
                <a:lnTo>
                  <a:pt x="1025273" y="381939"/>
                </a:lnTo>
                <a:lnTo>
                  <a:pt x="985427" y="343665"/>
                </a:lnTo>
                <a:lnTo>
                  <a:pt x="942387" y="307116"/>
                </a:lnTo>
                <a:lnTo>
                  <a:pt x="897207" y="273255"/>
                </a:lnTo>
                <a:lnTo>
                  <a:pt x="851053" y="242891"/>
                </a:lnTo>
                <a:lnTo>
                  <a:pt x="804188" y="216043"/>
                </a:lnTo>
                <a:lnTo>
                  <a:pt x="756876" y="192732"/>
                </a:lnTo>
                <a:lnTo>
                  <a:pt x="709381" y="172979"/>
                </a:lnTo>
                <a:lnTo>
                  <a:pt x="661967" y="156804"/>
                </a:lnTo>
                <a:lnTo>
                  <a:pt x="614896" y="144228"/>
                </a:lnTo>
                <a:lnTo>
                  <a:pt x="568434" y="135270"/>
                </a:lnTo>
                <a:lnTo>
                  <a:pt x="522844" y="129951"/>
                </a:lnTo>
                <a:lnTo>
                  <a:pt x="478389" y="128292"/>
                </a:lnTo>
                <a:lnTo>
                  <a:pt x="435334" y="130312"/>
                </a:lnTo>
                <a:lnTo>
                  <a:pt x="393942" y="136033"/>
                </a:lnTo>
                <a:lnTo>
                  <a:pt x="354476" y="145474"/>
                </a:lnTo>
                <a:lnTo>
                  <a:pt x="317201" y="158657"/>
                </a:lnTo>
                <a:lnTo>
                  <a:pt x="282381" y="175600"/>
                </a:lnTo>
                <a:lnTo>
                  <a:pt x="250279" y="196326"/>
                </a:lnTo>
                <a:lnTo>
                  <a:pt x="195284" y="249204"/>
                </a:lnTo>
              </a:path>
            </a:pathLst>
          </a:custGeom>
          <a:noFill/>
          <a:ln w="9525" cap="flat" cmpd="sng">
            <a:solidFill>
              <a:srgbClr val="E3DD8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44"/>
          <p:cNvSpPr/>
          <p:nvPr/>
        </p:nvSpPr>
        <p:spPr>
          <a:xfrm>
            <a:off x="1350263" y="0"/>
            <a:ext cx="10841990" cy="6858000"/>
          </a:xfrm>
          <a:custGeom>
            <a:avLst/>
            <a:gdLst/>
            <a:ahLst/>
            <a:cxnLst/>
            <a:rect l="l" t="t" r="r" b="b"/>
            <a:pathLst>
              <a:path w="10841990" h="6858000" extrusionOk="0">
                <a:moveTo>
                  <a:pt x="10841736" y="0"/>
                </a:moveTo>
                <a:lnTo>
                  <a:pt x="0" y="0"/>
                </a:lnTo>
                <a:lnTo>
                  <a:pt x="0" y="6858000"/>
                </a:lnTo>
                <a:lnTo>
                  <a:pt x="10841736" y="6858000"/>
                </a:lnTo>
                <a:lnTo>
                  <a:pt x="1084173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" name="Google Shape;46;p4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274063" y="0"/>
            <a:ext cx="175336" cy="6857996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44"/>
          <p:cNvSpPr/>
          <p:nvPr/>
        </p:nvSpPr>
        <p:spPr>
          <a:xfrm>
            <a:off x="1353311" y="0"/>
            <a:ext cx="97790" cy="6858000"/>
          </a:xfrm>
          <a:custGeom>
            <a:avLst/>
            <a:gdLst/>
            <a:ahLst/>
            <a:cxnLst/>
            <a:rect l="l" t="t" r="r" b="b"/>
            <a:pathLst>
              <a:path w="97790" h="6858000" extrusionOk="0">
                <a:moveTo>
                  <a:pt x="97536" y="0"/>
                </a:moveTo>
                <a:lnTo>
                  <a:pt x="0" y="0"/>
                </a:lnTo>
                <a:lnTo>
                  <a:pt x="0" y="6858000"/>
                </a:lnTo>
                <a:lnTo>
                  <a:pt x="97536" y="6858000"/>
                </a:lnTo>
                <a:lnTo>
                  <a:pt x="9753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" name="Google Shape;48;p4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0" y="79247"/>
            <a:ext cx="1207008" cy="676655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44"/>
          <p:cNvSpPr txBox="1">
            <a:spLocks noGrp="1"/>
          </p:cNvSpPr>
          <p:nvPr>
            <p:ph type="ftr" idx="11"/>
          </p:nvPr>
        </p:nvSpPr>
        <p:spPr>
          <a:xfrm>
            <a:off x="7620000" y="6305550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44"/>
          <p:cNvSpPr txBox="1">
            <a:spLocks noGrp="1"/>
          </p:cNvSpPr>
          <p:nvPr>
            <p:ph type="dt" idx="10"/>
          </p:nvPr>
        </p:nvSpPr>
        <p:spPr>
          <a:xfrm>
            <a:off x="4775200" y="6305550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44"/>
          <p:cNvSpPr txBox="1">
            <a:spLocks noGrp="1"/>
          </p:cNvSpPr>
          <p:nvPr>
            <p:ph type="sldNum" idx="12"/>
          </p:nvPr>
        </p:nvSpPr>
        <p:spPr>
          <a:xfrm>
            <a:off x="11484864" y="6305550"/>
            <a:ext cx="609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200" b="0" i="0" u="none" strike="noStrike" cap="none"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2"/>
          <p:cNvSpPr/>
          <p:nvPr/>
        </p:nvSpPr>
        <p:spPr>
          <a:xfrm>
            <a:off x="3043853" y="-54"/>
            <a:ext cx="9144000" cy="685805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4" name="Google Shape;54;p32"/>
          <p:cNvSpPr txBox="1">
            <a:spLocks noGrp="1"/>
          </p:cNvSpPr>
          <p:nvPr>
            <p:ph type="title"/>
          </p:nvPr>
        </p:nvSpPr>
        <p:spPr>
          <a:xfrm>
            <a:off x="3437856" y="2600325"/>
            <a:ext cx="85344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475220"/>
              </a:buClr>
              <a:buSzPts val="4000"/>
              <a:buFont typeface="Gill Sans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32"/>
          <p:cNvSpPr txBox="1">
            <a:spLocks noGrp="1"/>
          </p:cNvSpPr>
          <p:nvPr>
            <p:ph type="body" idx="1"/>
          </p:nvPr>
        </p:nvSpPr>
        <p:spPr>
          <a:xfrm>
            <a:off x="3437856" y="1066800"/>
            <a:ext cx="8534400" cy="1509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>
                <a:solidFill>
                  <a:srgbClr val="2A310F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56" name="Google Shape;56;p32"/>
          <p:cNvSpPr txBox="1">
            <a:spLocks noGrp="1"/>
          </p:cNvSpPr>
          <p:nvPr>
            <p:ph type="dt" idx="10"/>
          </p:nvPr>
        </p:nvSpPr>
        <p:spPr>
          <a:xfrm>
            <a:off x="4775200" y="6305550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2"/>
          <p:cNvSpPr txBox="1">
            <a:spLocks noGrp="1"/>
          </p:cNvSpPr>
          <p:nvPr>
            <p:ph type="ftr" idx="11"/>
          </p:nvPr>
        </p:nvSpPr>
        <p:spPr>
          <a:xfrm>
            <a:off x="7620000" y="6305550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32"/>
          <p:cNvSpPr txBox="1">
            <a:spLocks noGrp="1"/>
          </p:cNvSpPr>
          <p:nvPr>
            <p:ph type="sldNum" idx="12"/>
          </p:nvPr>
        </p:nvSpPr>
        <p:spPr>
          <a:xfrm>
            <a:off x="11484864" y="6305550"/>
            <a:ext cx="609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67E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67E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67E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67E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67E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67E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67E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67E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67E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9" name="Google Shape;59;p32"/>
          <p:cNvSpPr/>
          <p:nvPr/>
        </p:nvSpPr>
        <p:spPr>
          <a:xfrm>
            <a:off x="3048000" y="0"/>
            <a:ext cx="101600" cy="6858054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8550" dist="38000" dir="10800000" algn="tl" rotWithShape="0">
              <a:srgbClr val="7B795E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0" name="Google Shape;60;p32"/>
          <p:cNvSpPr/>
          <p:nvPr/>
        </p:nvSpPr>
        <p:spPr>
          <a:xfrm>
            <a:off x="2896428" y="2814656"/>
            <a:ext cx="280416" cy="210312"/>
          </a:xfrm>
          <a:prstGeom prst="ellipse">
            <a:avLst/>
          </a:prstGeom>
          <a:gradFill>
            <a:gsLst>
              <a:gs pos="0">
                <a:srgbClr val="F0F9E7">
                  <a:alpha val="94901"/>
                </a:srgbClr>
              </a:gs>
              <a:gs pos="50000">
                <a:srgbClr val="E2ECD6">
                  <a:alpha val="89803"/>
                </a:srgbClr>
              </a:gs>
              <a:gs pos="95000">
                <a:srgbClr val="BFDCA3">
                  <a:alpha val="87843"/>
                </a:srgbClr>
              </a:gs>
              <a:gs pos="100000">
                <a:srgbClr val="9FC571">
                  <a:alpha val="84705"/>
                </a:srgbClr>
              </a:gs>
            </a:gsLst>
            <a:path path="circle">
              <a:fillToRect r="100000" b="100000"/>
            </a:path>
            <a:tileRect l="-100000" t="-100000"/>
          </a:gradFill>
          <a:ln w="9525" cap="rnd" cmpd="sng">
            <a:solidFill>
              <a:srgbClr val="9DAD89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1" name="Google Shape;61;p32"/>
          <p:cNvSpPr/>
          <p:nvPr/>
        </p:nvSpPr>
        <p:spPr>
          <a:xfrm>
            <a:off x="3210752" y="2745870"/>
            <a:ext cx="85344" cy="64008"/>
          </a:xfrm>
          <a:prstGeom prst="ellipse">
            <a:avLst/>
          </a:prstGeom>
          <a:noFill/>
          <a:ln w="12700" cap="rnd" cmpd="sng">
            <a:solidFill>
              <a:srgbClr val="909E80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3"/>
          <p:cNvSpPr txBox="1">
            <a:spLocks noGrp="1"/>
          </p:cNvSpPr>
          <p:nvPr>
            <p:ph type="title"/>
          </p:nvPr>
        </p:nvSpPr>
        <p:spPr>
          <a:xfrm>
            <a:off x="1914144" y="274320"/>
            <a:ext cx="999744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22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3"/>
          <p:cNvSpPr txBox="1">
            <a:spLocks noGrp="1"/>
          </p:cNvSpPr>
          <p:nvPr>
            <p:ph type="body" idx="1"/>
          </p:nvPr>
        </p:nvSpPr>
        <p:spPr>
          <a:xfrm>
            <a:off x="1914144" y="1524000"/>
            <a:ext cx="4876800" cy="4663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708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Char char="⚫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400"/>
              <a:buChar char="◦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65" name="Google Shape;65;p33"/>
          <p:cNvSpPr txBox="1">
            <a:spLocks noGrp="1"/>
          </p:cNvSpPr>
          <p:nvPr>
            <p:ph type="body" idx="2"/>
          </p:nvPr>
        </p:nvSpPr>
        <p:spPr>
          <a:xfrm>
            <a:off x="7034784" y="1524000"/>
            <a:ext cx="4876800" cy="4663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708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Char char="⚫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400"/>
              <a:buChar char="◦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66" name="Google Shape;66;p33"/>
          <p:cNvSpPr txBox="1">
            <a:spLocks noGrp="1"/>
          </p:cNvSpPr>
          <p:nvPr>
            <p:ph type="dt" idx="10"/>
          </p:nvPr>
        </p:nvSpPr>
        <p:spPr>
          <a:xfrm>
            <a:off x="4775200" y="6305550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3"/>
          <p:cNvSpPr txBox="1">
            <a:spLocks noGrp="1"/>
          </p:cNvSpPr>
          <p:nvPr>
            <p:ph type="ftr" idx="11"/>
          </p:nvPr>
        </p:nvSpPr>
        <p:spPr>
          <a:xfrm>
            <a:off x="7620000" y="6305550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33"/>
          <p:cNvSpPr txBox="1">
            <a:spLocks noGrp="1"/>
          </p:cNvSpPr>
          <p:nvPr>
            <p:ph type="sldNum" idx="12"/>
          </p:nvPr>
        </p:nvSpPr>
        <p:spPr>
          <a:xfrm>
            <a:off x="11484864" y="6305550"/>
            <a:ext cx="609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67E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67E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67E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67E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67E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67E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67E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67E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67E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mparison" type="twoTxTwoObj">
  <p:cSld name="TWO_OBJECTS_WITH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4"/>
          <p:cNvSpPr txBox="1">
            <a:spLocks noGrp="1"/>
          </p:cNvSpPr>
          <p:nvPr>
            <p:ph type="title"/>
          </p:nvPr>
        </p:nvSpPr>
        <p:spPr>
          <a:xfrm>
            <a:off x="609600" y="5160336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220"/>
              </a:buClr>
              <a:buSzPts val="4500"/>
              <a:buFont typeface="Gill Sans"/>
              <a:buNone/>
              <a:defRPr sz="45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4"/>
          <p:cNvSpPr txBox="1">
            <a:spLocks noGrp="1"/>
          </p:cNvSpPr>
          <p:nvPr>
            <p:ph type="body" idx="1"/>
          </p:nvPr>
        </p:nvSpPr>
        <p:spPr>
          <a:xfrm>
            <a:off x="609600" y="328278"/>
            <a:ext cx="5364480" cy="640080"/>
          </a:xfrm>
          <a:prstGeom prst="rect">
            <a:avLst/>
          </a:prstGeom>
          <a:solidFill>
            <a:schemeClr val="lt1"/>
          </a:solidFill>
          <a:ln w="1077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1520"/>
              <a:buNone/>
              <a:defRPr sz="1900" b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72" name="Google Shape;72;p34"/>
          <p:cNvSpPr txBox="1">
            <a:spLocks noGrp="1"/>
          </p:cNvSpPr>
          <p:nvPr>
            <p:ph type="body" idx="2"/>
          </p:nvPr>
        </p:nvSpPr>
        <p:spPr>
          <a:xfrm>
            <a:off x="6217920" y="328278"/>
            <a:ext cx="5364480" cy="640080"/>
          </a:xfrm>
          <a:prstGeom prst="rect">
            <a:avLst/>
          </a:prstGeom>
          <a:solidFill>
            <a:schemeClr val="lt1"/>
          </a:solidFill>
          <a:ln w="1077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1520"/>
              <a:buNone/>
              <a:defRPr sz="1900" b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73" name="Google Shape;73;p34"/>
          <p:cNvSpPr txBox="1">
            <a:spLocks noGrp="1"/>
          </p:cNvSpPr>
          <p:nvPr>
            <p:ph type="body" idx="3"/>
          </p:nvPr>
        </p:nvSpPr>
        <p:spPr>
          <a:xfrm>
            <a:off x="609600" y="969336"/>
            <a:ext cx="5364480" cy="4114800"/>
          </a:xfrm>
          <a:prstGeom prst="rect">
            <a:avLst/>
          </a:prstGeom>
          <a:noFill/>
          <a:ln w="10775" cap="flat" cmpd="sng">
            <a:solidFill>
              <a:schemeClr val="lt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052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920"/>
              <a:buChar char="⚫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000"/>
              <a:buChar char="◦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Char char="●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Char char="●"/>
              <a:defRPr sz="16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74" name="Google Shape;74;p34"/>
          <p:cNvSpPr txBox="1">
            <a:spLocks noGrp="1"/>
          </p:cNvSpPr>
          <p:nvPr>
            <p:ph type="body" idx="4"/>
          </p:nvPr>
        </p:nvSpPr>
        <p:spPr>
          <a:xfrm>
            <a:off x="6217920" y="969336"/>
            <a:ext cx="5364480" cy="4114800"/>
          </a:xfrm>
          <a:prstGeom prst="rect">
            <a:avLst/>
          </a:prstGeom>
          <a:noFill/>
          <a:ln w="10775" cap="flat" cmpd="sng">
            <a:solidFill>
              <a:schemeClr val="lt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052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920"/>
              <a:buChar char="⚫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000"/>
              <a:buChar char="◦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Char char="●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Char char="●"/>
              <a:defRPr sz="16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75" name="Google Shape;75;p34"/>
          <p:cNvSpPr txBox="1">
            <a:spLocks noGrp="1"/>
          </p:cNvSpPr>
          <p:nvPr>
            <p:ph type="dt" idx="10"/>
          </p:nvPr>
        </p:nvSpPr>
        <p:spPr>
          <a:xfrm>
            <a:off x="4775200" y="6305550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4"/>
          <p:cNvSpPr txBox="1">
            <a:spLocks noGrp="1"/>
          </p:cNvSpPr>
          <p:nvPr>
            <p:ph type="ftr" idx="11"/>
          </p:nvPr>
        </p:nvSpPr>
        <p:spPr>
          <a:xfrm>
            <a:off x="7620000" y="6305550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4"/>
          <p:cNvSpPr txBox="1">
            <a:spLocks noGrp="1"/>
          </p:cNvSpPr>
          <p:nvPr>
            <p:ph type="sldNum" idx="12"/>
          </p:nvPr>
        </p:nvSpPr>
        <p:spPr>
          <a:xfrm>
            <a:off x="11484864" y="6305550"/>
            <a:ext cx="609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67E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67E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67E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67E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67E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67E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67E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67E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67E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5"/>
          <p:cNvSpPr txBox="1">
            <a:spLocks noGrp="1"/>
          </p:cNvSpPr>
          <p:nvPr>
            <p:ph type="title"/>
          </p:nvPr>
        </p:nvSpPr>
        <p:spPr>
          <a:xfrm>
            <a:off x="1914144" y="274320"/>
            <a:ext cx="999744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22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5"/>
          <p:cNvSpPr txBox="1">
            <a:spLocks noGrp="1"/>
          </p:cNvSpPr>
          <p:nvPr>
            <p:ph type="dt" idx="10"/>
          </p:nvPr>
        </p:nvSpPr>
        <p:spPr>
          <a:xfrm>
            <a:off x="4775200" y="6305550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35"/>
          <p:cNvSpPr txBox="1">
            <a:spLocks noGrp="1"/>
          </p:cNvSpPr>
          <p:nvPr>
            <p:ph type="ftr" idx="11"/>
          </p:nvPr>
        </p:nvSpPr>
        <p:spPr>
          <a:xfrm>
            <a:off x="7620000" y="6305550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5"/>
          <p:cNvSpPr txBox="1">
            <a:spLocks noGrp="1"/>
          </p:cNvSpPr>
          <p:nvPr>
            <p:ph type="sldNum" idx="12"/>
          </p:nvPr>
        </p:nvSpPr>
        <p:spPr>
          <a:xfrm>
            <a:off x="11484864" y="6305550"/>
            <a:ext cx="609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67E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67E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67E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67E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67E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67E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67E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67E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67E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6"/>
          <p:cNvSpPr/>
          <p:nvPr/>
        </p:nvSpPr>
        <p:spPr>
          <a:xfrm>
            <a:off x="1353312" y="0"/>
            <a:ext cx="10838688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5" name="Google Shape;85;p36"/>
          <p:cNvSpPr txBox="1">
            <a:spLocks noGrp="1"/>
          </p:cNvSpPr>
          <p:nvPr>
            <p:ph type="dt" idx="10"/>
          </p:nvPr>
        </p:nvSpPr>
        <p:spPr>
          <a:xfrm>
            <a:off x="4775200" y="6305550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36"/>
          <p:cNvSpPr txBox="1">
            <a:spLocks noGrp="1"/>
          </p:cNvSpPr>
          <p:nvPr>
            <p:ph type="ftr" idx="11"/>
          </p:nvPr>
        </p:nvSpPr>
        <p:spPr>
          <a:xfrm>
            <a:off x="7620000" y="6305550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36"/>
          <p:cNvSpPr txBox="1">
            <a:spLocks noGrp="1"/>
          </p:cNvSpPr>
          <p:nvPr>
            <p:ph type="sldNum" idx="12"/>
          </p:nvPr>
        </p:nvSpPr>
        <p:spPr>
          <a:xfrm>
            <a:off x="11484864" y="6305550"/>
            <a:ext cx="609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67E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67E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67E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67E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67E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67E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67E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67E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67E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8" name="Google Shape;88;p36"/>
          <p:cNvSpPr/>
          <p:nvPr/>
        </p:nvSpPr>
        <p:spPr>
          <a:xfrm>
            <a:off x="1353312" y="-54"/>
            <a:ext cx="97536" cy="6858054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8550" dist="38000" dir="10800000" algn="tl" rotWithShape="0">
              <a:srgbClr val="7B795E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7"/>
          <p:cNvSpPr txBox="1">
            <a:spLocks noGrp="1"/>
          </p:cNvSpPr>
          <p:nvPr>
            <p:ph type="title"/>
          </p:nvPr>
        </p:nvSpPr>
        <p:spPr>
          <a:xfrm>
            <a:off x="609600" y="216778"/>
            <a:ext cx="5080000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Clr>
                <a:srgbClr val="475220"/>
              </a:buClr>
              <a:buSzPts val="2200"/>
              <a:buFont typeface="Gill Sans"/>
              <a:buNone/>
              <a:defRPr sz="22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37"/>
          <p:cNvSpPr txBox="1">
            <a:spLocks noGrp="1"/>
          </p:cNvSpPr>
          <p:nvPr>
            <p:ph type="body" idx="1"/>
          </p:nvPr>
        </p:nvSpPr>
        <p:spPr>
          <a:xfrm>
            <a:off x="609600" y="1406964"/>
            <a:ext cx="5080000" cy="6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92" name="Google Shape;92;p37"/>
          <p:cNvSpPr txBox="1">
            <a:spLocks noGrp="1"/>
          </p:cNvSpPr>
          <p:nvPr>
            <p:ph type="body" idx="2"/>
          </p:nvPr>
        </p:nvSpPr>
        <p:spPr>
          <a:xfrm>
            <a:off x="609600" y="2133601"/>
            <a:ext cx="10871200" cy="399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9116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800"/>
              <a:buChar char="◦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93" name="Google Shape;93;p37"/>
          <p:cNvSpPr txBox="1">
            <a:spLocks noGrp="1"/>
          </p:cNvSpPr>
          <p:nvPr>
            <p:ph type="dt" idx="10"/>
          </p:nvPr>
        </p:nvSpPr>
        <p:spPr>
          <a:xfrm>
            <a:off x="4775200" y="6305550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37"/>
          <p:cNvSpPr txBox="1">
            <a:spLocks noGrp="1"/>
          </p:cNvSpPr>
          <p:nvPr>
            <p:ph type="ftr" idx="11"/>
          </p:nvPr>
        </p:nvSpPr>
        <p:spPr>
          <a:xfrm>
            <a:off x="7620000" y="6305550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37"/>
          <p:cNvSpPr txBox="1">
            <a:spLocks noGrp="1"/>
          </p:cNvSpPr>
          <p:nvPr>
            <p:ph type="sldNum" idx="12"/>
          </p:nvPr>
        </p:nvSpPr>
        <p:spPr>
          <a:xfrm>
            <a:off x="11484864" y="6305550"/>
            <a:ext cx="609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67E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67E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67E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67E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67E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67E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67E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67E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67E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8"/>
          <p:cNvSpPr txBox="1">
            <a:spLocks noGrp="1"/>
          </p:cNvSpPr>
          <p:nvPr>
            <p:ph type="title"/>
          </p:nvPr>
        </p:nvSpPr>
        <p:spPr>
          <a:xfrm>
            <a:off x="7849195" y="1066800"/>
            <a:ext cx="3657600" cy="19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220"/>
              </a:buClr>
              <a:buSzPts val="2100"/>
              <a:buFont typeface="Gill Sans"/>
              <a:buNone/>
              <a:defRPr sz="21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38"/>
          <p:cNvSpPr txBox="1">
            <a:spLocks noGrp="1"/>
          </p:cNvSpPr>
          <p:nvPr>
            <p:ph type="dt" idx="10"/>
          </p:nvPr>
        </p:nvSpPr>
        <p:spPr>
          <a:xfrm>
            <a:off x="4775200" y="6305550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38"/>
          <p:cNvSpPr txBox="1">
            <a:spLocks noGrp="1"/>
          </p:cNvSpPr>
          <p:nvPr>
            <p:ph type="ftr" idx="11"/>
          </p:nvPr>
        </p:nvSpPr>
        <p:spPr>
          <a:xfrm>
            <a:off x="7620000" y="6305550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38"/>
          <p:cNvSpPr txBox="1">
            <a:spLocks noGrp="1"/>
          </p:cNvSpPr>
          <p:nvPr>
            <p:ph type="sldNum" idx="12"/>
          </p:nvPr>
        </p:nvSpPr>
        <p:spPr>
          <a:xfrm>
            <a:off x="11484864" y="6305550"/>
            <a:ext cx="609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67E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67E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67E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67E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67E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67E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67E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67E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67E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1" name="Google Shape;101;p38"/>
          <p:cNvSpPr/>
          <p:nvPr/>
        </p:nvSpPr>
        <p:spPr>
          <a:xfrm>
            <a:off x="1016000" y="1066800"/>
            <a:ext cx="6096000" cy="4572000"/>
          </a:xfrm>
          <a:prstGeom prst="rect">
            <a:avLst/>
          </a:prstGeom>
          <a:solidFill>
            <a:srgbClr val="FFFFFF"/>
          </a:solidFill>
          <a:ln w="88900" cap="sq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5500" dist="18500" dir="5400000" algn="tl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274300" rIns="91425" bIns="45700" anchor="t" anchorCtr="0">
            <a:normAutofit/>
          </a:bodyPr>
          <a:lstStyle/>
          <a:p>
            <a:pPr marL="0" marR="0" lvl="0" indent="0" algn="l" rtl="0">
              <a:lnSpc>
                <a:spcPct val="937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None/>
            </a:pPr>
            <a:endParaRPr sz="3200" b="0" i="0" u="none" strike="noStrike" cap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2" name="Google Shape;102;p38"/>
          <p:cNvSpPr>
            <a:spLocks noGrp="1"/>
          </p:cNvSpPr>
          <p:nvPr>
            <p:ph type="pic" idx="2"/>
          </p:nvPr>
        </p:nvSpPr>
        <p:spPr>
          <a:xfrm>
            <a:off x="1117600" y="1143004"/>
            <a:ext cx="5892800" cy="3514531"/>
          </a:xfrm>
          <a:prstGeom prst="roundRect">
            <a:avLst>
              <a:gd name="adj" fmla="val 783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103" name="Google Shape;103;p38"/>
          <p:cNvSpPr/>
          <p:nvPr/>
        </p:nvSpPr>
        <p:spPr>
          <a:xfrm rot="-2131329">
            <a:off x="528967" y="954341"/>
            <a:ext cx="914400" cy="204310"/>
          </a:xfrm>
          <a:prstGeom prst="flowChartProcess">
            <a:avLst/>
          </a:prstGeom>
          <a:solidFill>
            <a:srgbClr val="FBFBFB">
              <a:alpha val="44705"/>
            </a:srgbClr>
          </a:solidFill>
          <a:ln w="9525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25400" dist="25400" dir="3300000" sx="96000" sy="96000" algn="tl" rotWithShape="0">
              <a:srgbClr val="FFFFA5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4" name="Google Shape;104;p38"/>
          <p:cNvSpPr/>
          <p:nvPr/>
        </p:nvSpPr>
        <p:spPr>
          <a:xfrm rot="2103354" flipH="1">
            <a:off x="6671556" y="936786"/>
            <a:ext cx="865632" cy="204310"/>
          </a:xfrm>
          <a:prstGeom prst="flowChartProcess">
            <a:avLst/>
          </a:prstGeom>
          <a:solidFill>
            <a:srgbClr val="FBFBFB">
              <a:alpha val="44705"/>
            </a:srgbClr>
          </a:solidFill>
          <a:ln w="9525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25400" dist="25400" dir="3300000" sx="96000" sy="96000" algn="tl" rotWithShape="0">
              <a:schemeClr val="lt2">
                <a:alpha val="20000"/>
              </a:scheme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5" name="Google Shape;105;p38"/>
          <p:cNvSpPr txBox="1">
            <a:spLocks noGrp="1"/>
          </p:cNvSpPr>
          <p:nvPr>
            <p:ph type="body" idx="1"/>
          </p:nvPr>
        </p:nvSpPr>
        <p:spPr>
          <a:xfrm>
            <a:off x="1117600" y="4800600"/>
            <a:ext cx="58928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777777"/>
                </a:solidFill>
              </a:defRPr>
            </a:lvl1pPr>
            <a:lvl2pPr marL="914400" lvl="1" indent="-3048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200"/>
              <a:buChar char="◦"/>
              <a:defRPr sz="1200"/>
            </a:lvl2pPr>
            <a:lvl3pPr marL="1371600" lvl="2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●"/>
              <a:defRPr sz="1000"/>
            </a:lvl3pPr>
            <a:lvl4pPr marL="1828800" lvl="3" indent="-28575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Char char="●"/>
              <a:defRPr sz="900"/>
            </a:lvl4pPr>
            <a:lvl5pPr marL="2286000" lvl="4" indent="-28575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Char char="●"/>
              <a:defRPr sz="9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9"/>
          <p:cNvSpPr txBox="1">
            <a:spLocks noGrp="1"/>
          </p:cNvSpPr>
          <p:nvPr>
            <p:ph type="title"/>
          </p:nvPr>
        </p:nvSpPr>
        <p:spPr>
          <a:xfrm>
            <a:off x="1914144" y="274638"/>
            <a:ext cx="999744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22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39"/>
          <p:cNvSpPr txBox="1">
            <a:spLocks noGrp="1"/>
          </p:cNvSpPr>
          <p:nvPr>
            <p:ph type="body" idx="1"/>
          </p:nvPr>
        </p:nvSpPr>
        <p:spPr>
          <a:xfrm rot="5400000">
            <a:off x="4512564" y="-1150620"/>
            <a:ext cx="4800600" cy="999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⚫"/>
              <a:defRPr/>
            </a:lvl1pPr>
            <a:lvl2pPr marL="914400" lvl="1" indent="-3429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109" name="Google Shape;109;p39"/>
          <p:cNvSpPr txBox="1">
            <a:spLocks noGrp="1"/>
          </p:cNvSpPr>
          <p:nvPr>
            <p:ph type="dt" idx="10"/>
          </p:nvPr>
        </p:nvSpPr>
        <p:spPr>
          <a:xfrm>
            <a:off x="4775200" y="6305550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39"/>
          <p:cNvSpPr txBox="1">
            <a:spLocks noGrp="1"/>
          </p:cNvSpPr>
          <p:nvPr>
            <p:ph type="ftr" idx="11"/>
          </p:nvPr>
        </p:nvSpPr>
        <p:spPr>
          <a:xfrm>
            <a:off x="7620000" y="6305550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39"/>
          <p:cNvSpPr txBox="1">
            <a:spLocks noGrp="1"/>
          </p:cNvSpPr>
          <p:nvPr>
            <p:ph type="sldNum" idx="12"/>
          </p:nvPr>
        </p:nvSpPr>
        <p:spPr>
          <a:xfrm>
            <a:off x="11484864" y="6305550"/>
            <a:ext cx="609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67E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67E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67E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67E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67E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67E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67E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67E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67E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0"/>
          <p:cNvSpPr txBox="1">
            <a:spLocks noGrp="1"/>
          </p:cNvSpPr>
          <p:nvPr>
            <p:ph type="title"/>
          </p:nvPr>
        </p:nvSpPr>
        <p:spPr>
          <a:xfrm rot="5400000">
            <a:off x="7437437" y="1981203"/>
            <a:ext cx="5851525" cy="24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22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40"/>
          <p:cNvSpPr txBox="1">
            <a:spLocks noGrp="1"/>
          </p:cNvSpPr>
          <p:nvPr>
            <p:ph type="body" idx="1"/>
          </p:nvPr>
        </p:nvSpPr>
        <p:spPr>
          <a:xfrm rot="5400000">
            <a:off x="2306637" y="-507996"/>
            <a:ext cx="5851525" cy="74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⚫"/>
              <a:defRPr/>
            </a:lvl1pPr>
            <a:lvl2pPr marL="914400" lvl="1" indent="-3429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115" name="Google Shape;115;p40"/>
          <p:cNvSpPr txBox="1">
            <a:spLocks noGrp="1"/>
          </p:cNvSpPr>
          <p:nvPr>
            <p:ph type="dt" idx="10"/>
          </p:nvPr>
        </p:nvSpPr>
        <p:spPr>
          <a:xfrm>
            <a:off x="4775200" y="6305550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40"/>
          <p:cNvSpPr txBox="1">
            <a:spLocks noGrp="1"/>
          </p:cNvSpPr>
          <p:nvPr>
            <p:ph type="ftr" idx="11"/>
          </p:nvPr>
        </p:nvSpPr>
        <p:spPr>
          <a:xfrm>
            <a:off x="7620000" y="6305550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40"/>
          <p:cNvSpPr txBox="1">
            <a:spLocks noGrp="1"/>
          </p:cNvSpPr>
          <p:nvPr>
            <p:ph type="sldNum" idx="12"/>
          </p:nvPr>
        </p:nvSpPr>
        <p:spPr>
          <a:xfrm>
            <a:off x="11484864" y="6305550"/>
            <a:ext cx="609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67E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67E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67E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67E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67E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67E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67E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67E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67E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 type="tx">
  <p:cSld name="TITLE_AND_BODY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1"/>
          <p:cNvSpPr txBox="1">
            <a:spLocks noGrp="1"/>
          </p:cNvSpPr>
          <p:nvPr>
            <p:ph type="title"/>
          </p:nvPr>
        </p:nvSpPr>
        <p:spPr>
          <a:xfrm>
            <a:off x="1914120" y="274680"/>
            <a:ext cx="9997200" cy="11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22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41"/>
          <p:cNvSpPr txBox="1">
            <a:spLocks noGrp="1"/>
          </p:cNvSpPr>
          <p:nvPr>
            <p:ph type="subTitle" idx="1"/>
          </p:nvPr>
        </p:nvSpPr>
        <p:spPr>
          <a:xfrm>
            <a:off x="1914120" y="1447920"/>
            <a:ext cx="9997200" cy="4800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⚫"/>
              <a:defRPr/>
            </a:lvl1pPr>
            <a:lvl2pPr lvl="1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800"/>
              <a:buChar char="◦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>
  <p:cSld name="Title, Content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2"/>
          <p:cNvSpPr txBox="1">
            <a:spLocks noGrp="1"/>
          </p:cNvSpPr>
          <p:nvPr>
            <p:ph type="title"/>
          </p:nvPr>
        </p:nvSpPr>
        <p:spPr>
          <a:xfrm>
            <a:off x="1914120" y="274680"/>
            <a:ext cx="9997200" cy="11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22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42"/>
          <p:cNvSpPr txBox="1">
            <a:spLocks noGrp="1"/>
          </p:cNvSpPr>
          <p:nvPr>
            <p:ph type="body" idx="1"/>
          </p:nvPr>
        </p:nvSpPr>
        <p:spPr>
          <a:xfrm>
            <a:off x="1914120" y="1447920"/>
            <a:ext cx="9997200" cy="4800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⚫"/>
              <a:defRPr/>
            </a:lvl1pPr>
            <a:lvl2pPr marL="914400" lvl="1" indent="-3429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6">
            <a:alphaModFix/>
          </a:blip>
          <a:tile tx="0" ty="0" sx="90000" sy="90000" flip="xy" algn="tl"/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9"/>
          <p:cNvSpPr/>
          <p:nvPr/>
        </p:nvSpPr>
        <p:spPr>
          <a:xfrm>
            <a:off x="-1087902" y="-815922"/>
            <a:ext cx="2185183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rgbClr val="FFFFF0">
              <a:alpha val="32941"/>
            </a:srgbClr>
          </a:solidFill>
          <a:ln w="9525" cap="rnd" cmpd="sng">
            <a:solidFill>
              <a:srgbClr val="EDE79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" name="Google Shape;11;p29"/>
          <p:cNvSpPr/>
          <p:nvPr/>
        </p:nvSpPr>
        <p:spPr>
          <a:xfrm>
            <a:off x="225089" y="21103"/>
            <a:ext cx="2269588" cy="1702191"/>
          </a:xfrm>
          <a:prstGeom prst="ellipse">
            <a:avLst/>
          </a:prstGeom>
          <a:noFill/>
          <a:ln w="27300" cap="rnd" cmpd="sng">
            <a:solidFill>
              <a:srgbClr val="FFFFD0"/>
            </a:solidFill>
            <a:prstDash val="solid"/>
            <a:round/>
            <a:headEnd type="none" w="sm" len="sm"/>
            <a:tailEnd type="none" w="sm" len="sm"/>
          </a:ln>
          <a:effectLst>
            <a:outerShdw blurRad="25400" dist="25400" dir="5400000" algn="tl" rotWithShape="0">
              <a:srgbClr val="C2BE88">
                <a:alpha val="8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" name="Google Shape;12;p29"/>
          <p:cNvSpPr/>
          <p:nvPr/>
        </p:nvSpPr>
        <p:spPr>
          <a:xfrm rot="2315675">
            <a:off x="243842" y="1055077"/>
            <a:ext cx="1500956" cy="1102624"/>
          </a:xfrm>
          <a:prstGeom prst="donut">
            <a:avLst>
              <a:gd name="adj" fmla="val 11833"/>
            </a:avLst>
          </a:prstGeom>
          <a:gradFill>
            <a:gsLst>
              <a:gs pos="0">
                <a:srgbClr val="FFFFF1">
                  <a:alpha val="69803"/>
                </a:srgbClr>
              </a:gs>
              <a:gs pos="70000">
                <a:srgbClr val="FFFFF7">
                  <a:alpha val="54901"/>
                </a:srgbClr>
              </a:gs>
              <a:gs pos="100000">
                <a:srgbClr val="FFFF71">
                  <a:alpha val="6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 w="9525" cap="rnd" cmpd="sng">
            <a:solidFill>
              <a:srgbClr val="E2DB85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15000" dir="4500000" algn="tl" rotWithShape="0">
              <a:srgbClr val="625E3C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" name="Google Shape;13;p29"/>
          <p:cNvSpPr/>
          <p:nvPr/>
        </p:nvSpPr>
        <p:spPr>
          <a:xfrm>
            <a:off x="1350498" y="-54"/>
            <a:ext cx="10841503" cy="685805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4" name="Google Shape;14;p29"/>
          <p:cNvSpPr txBox="1">
            <a:spLocks noGrp="1"/>
          </p:cNvSpPr>
          <p:nvPr>
            <p:ph type="title"/>
          </p:nvPr>
        </p:nvSpPr>
        <p:spPr>
          <a:xfrm>
            <a:off x="1914144" y="274638"/>
            <a:ext cx="999744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220"/>
              </a:buClr>
              <a:buSzPts val="4300"/>
              <a:buFont typeface="Gill Sans"/>
              <a:buNone/>
              <a:defRPr sz="4300" b="0" i="0" u="none" strike="noStrike" cap="none">
                <a:solidFill>
                  <a:srgbClr val="47522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29"/>
          <p:cNvSpPr txBox="1">
            <a:spLocks noGrp="1"/>
          </p:cNvSpPr>
          <p:nvPr>
            <p:ph type="body" idx="1"/>
          </p:nvPr>
        </p:nvSpPr>
        <p:spPr>
          <a:xfrm>
            <a:off x="1914144" y="1447800"/>
            <a:ext cx="999744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9116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⚫"/>
              <a:defRPr sz="3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Verdana"/>
              <a:buChar char="◦"/>
              <a:defRPr sz="2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●"/>
              <a:defRPr sz="2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Noto Sans Symbols"/>
              <a:buChar char="●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Noto Sans Symbols"/>
              <a:buChar char="●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Char char="●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●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●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●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6" name="Google Shape;16;p29"/>
          <p:cNvSpPr txBox="1">
            <a:spLocks noGrp="1"/>
          </p:cNvSpPr>
          <p:nvPr>
            <p:ph type="dt" idx="10"/>
          </p:nvPr>
        </p:nvSpPr>
        <p:spPr>
          <a:xfrm>
            <a:off x="4775200" y="6305550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CCC67E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7" name="Google Shape;17;p29"/>
          <p:cNvSpPr txBox="1">
            <a:spLocks noGrp="1"/>
          </p:cNvSpPr>
          <p:nvPr>
            <p:ph type="ftr" idx="11"/>
          </p:nvPr>
        </p:nvSpPr>
        <p:spPr>
          <a:xfrm>
            <a:off x="7620000" y="6305550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CCC67E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8" name="Google Shape;18;p29"/>
          <p:cNvSpPr txBox="1">
            <a:spLocks noGrp="1"/>
          </p:cNvSpPr>
          <p:nvPr>
            <p:ph type="sldNum" idx="12"/>
          </p:nvPr>
        </p:nvSpPr>
        <p:spPr>
          <a:xfrm>
            <a:off x="11484864" y="6305550"/>
            <a:ext cx="609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67E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67E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67E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67E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67E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67E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67E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67E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67E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" name="Google Shape;19;p29"/>
          <p:cNvSpPr/>
          <p:nvPr/>
        </p:nvSpPr>
        <p:spPr>
          <a:xfrm>
            <a:off x="1353312" y="-54"/>
            <a:ext cx="97536" cy="6858054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8550" dist="38000" dir="10800000" algn="tl" rotWithShape="0">
              <a:srgbClr val="7B795E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"/>
          <p:cNvSpPr txBox="1">
            <a:spLocks noGrp="1"/>
          </p:cNvSpPr>
          <p:nvPr>
            <p:ph type="ctrTitle"/>
          </p:nvPr>
        </p:nvSpPr>
        <p:spPr>
          <a:xfrm>
            <a:off x="1505243" y="2474671"/>
            <a:ext cx="9875520" cy="2139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220"/>
              </a:buClr>
              <a:buSzPct val="97505"/>
              <a:buFont typeface="Gill Sans"/>
              <a:buNone/>
            </a:pPr>
            <a:r>
              <a:rPr lang="en-US" sz="4900" dirty="0"/>
              <a:t>DBMS Mini Project</a:t>
            </a:r>
            <a:br>
              <a:rPr lang="en-US" sz="4900" dirty="0"/>
            </a:br>
            <a:br>
              <a:rPr lang="en-US" dirty="0"/>
            </a:br>
            <a:r>
              <a:rPr lang="en-US" sz="4000" u="sng" dirty="0"/>
              <a:t>Guidelines</a:t>
            </a:r>
            <a:br>
              <a:rPr lang="en-US" sz="3600" dirty="0"/>
            </a:br>
            <a:endParaRPr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"/>
          <p:cNvSpPr txBox="1">
            <a:spLocks noGrp="1"/>
          </p:cNvSpPr>
          <p:nvPr>
            <p:ph type="title"/>
          </p:nvPr>
        </p:nvSpPr>
        <p:spPr>
          <a:xfrm>
            <a:off x="3171316" y="71593"/>
            <a:ext cx="6916167" cy="579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ctr" anchorCtr="0">
            <a:spAutoFit/>
          </a:bodyPr>
          <a:lstStyle/>
          <a:p>
            <a:pPr marL="12700" lvl="0" indent="0" algn="ctr" rtl="0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SzPts val="1800"/>
              <a:buNone/>
            </a:pPr>
            <a:r>
              <a:rPr lang="en-US" sz="3600" u="sng">
                <a:solidFill>
                  <a:srgbClr val="002060"/>
                </a:solidFill>
              </a:rPr>
              <a:t>Mini Project Guidelines </a:t>
            </a:r>
            <a:endParaRPr sz="3600" u="sng">
              <a:solidFill>
                <a:srgbClr val="002060"/>
              </a:solidFill>
            </a:endParaRPr>
          </a:p>
        </p:txBody>
      </p:sp>
      <p:sp>
        <p:nvSpPr>
          <p:cNvPr id="135" name="Google Shape;135;p7"/>
          <p:cNvSpPr txBox="1"/>
          <p:nvPr/>
        </p:nvSpPr>
        <p:spPr>
          <a:xfrm>
            <a:off x="1295400" y="1066800"/>
            <a:ext cx="10668000" cy="532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0000" rIns="0" bIns="0" anchor="t" anchorCtr="0">
            <a:spAutoFit/>
          </a:bodyPr>
          <a:lstStyle/>
          <a:p>
            <a:pPr marL="12065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1420837" y="650598"/>
            <a:ext cx="10542563" cy="5909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any problem statement selected, make sure that the application should have </a:t>
            </a:r>
            <a:r>
              <a:rPr lang="en-US" sz="2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five or more tables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Each table should have </a:t>
            </a:r>
            <a:r>
              <a:rPr lang="en-US" sz="2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min 5 records/rows of data. </a:t>
            </a:r>
            <a:endParaRPr dirty="0"/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Mini Project Use </a:t>
            </a:r>
            <a:r>
              <a:rPr lang="en-US" sz="2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Java, C#, PHP, Python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or any other similar tool. </a:t>
            </a:r>
            <a:r>
              <a:rPr lang="en-US" sz="2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MySQL commands 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must be used. </a:t>
            </a:r>
            <a:endParaRPr dirty="0"/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DBMS Mini project can be done as a </a:t>
            </a:r>
            <a:r>
              <a:rPr lang="en-US" sz="2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Team of maximum 3 members or as an individual . </a:t>
            </a:r>
            <a:endParaRPr dirty="0"/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Should </a:t>
            </a:r>
            <a:r>
              <a:rPr lang="en-US" sz="2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apply all possible MySQL commands 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like</a:t>
            </a:r>
            <a:r>
              <a:rPr lang="en-US" sz="2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Insert, delete, update, modify, alter, view, trigger etc.</a:t>
            </a:r>
            <a:endParaRPr dirty="0"/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"/>
          <p:cNvSpPr txBox="1"/>
          <p:nvPr/>
        </p:nvSpPr>
        <p:spPr>
          <a:xfrm>
            <a:off x="1295400" y="1066800"/>
            <a:ext cx="10668000" cy="532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0000" rIns="0" bIns="0" anchor="t" anchorCtr="0">
            <a:spAutoFit/>
          </a:bodyPr>
          <a:lstStyle/>
          <a:p>
            <a:pPr marL="12065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2" name="Google Shape;142;p2"/>
          <p:cNvSpPr/>
          <p:nvPr/>
        </p:nvSpPr>
        <p:spPr>
          <a:xfrm>
            <a:off x="1358118" y="703385"/>
            <a:ext cx="10542563" cy="4801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applications must be demonstrated on </a:t>
            </a:r>
            <a:r>
              <a:rPr lang="en-US" sz="2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desktop/laptop as a stand-alone or web-based application.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0" i="0" u="sng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Mobile apps on Android/IOS are not permitted.</a:t>
            </a:r>
            <a:endParaRPr dirty="0"/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any problem selected, draw the </a:t>
            </a:r>
            <a:r>
              <a:rPr lang="en-US" sz="2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schema diagram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draw the </a:t>
            </a:r>
            <a:r>
              <a:rPr lang="en-US" sz="2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ER Diagram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apply ER-mapping rules, normalize the relations, and follow the application development process.</a:t>
            </a:r>
            <a:endParaRPr dirty="0"/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1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Indicative areas include: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Health care, Education, Industry, Transport, Supply chain, etc.</a:t>
            </a:r>
            <a:endParaRPr dirty="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7" name="Google Shape;157;p24"/>
          <p:cNvGraphicFramePr/>
          <p:nvPr>
            <p:extLst>
              <p:ext uri="{D42A27DB-BD31-4B8C-83A1-F6EECF244321}">
                <p14:modId xmlns:p14="http://schemas.microsoft.com/office/powerpoint/2010/main" val="1624142782"/>
              </p:ext>
            </p:extLst>
          </p:nvPr>
        </p:nvGraphicFramePr>
        <p:xfrm>
          <a:off x="1688123" y="332270"/>
          <a:ext cx="9959925" cy="6193460"/>
        </p:xfrm>
        <a:graphic>
          <a:graphicData uri="http://schemas.openxmlformats.org/drawingml/2006/table">
            <a:tbl>
              <a:tblPr firstRow="1" bandRow="1">
                <a:noFill/>
                <a:tableStyleId>{2F2101F5-8E14-42D4-9DA7-FC0D2200F707}</a:tableStyleId>
              </a:tblPr>
              <a:tblGrid>
                <a:gridCol w="534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25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4600">
                <a:tc gridSpan="2">
                  <a:txBody>
                    <a:bodyPr/>
                    <a:lstStyle/>
                    <a:p>
                      <a:pPr marL="6858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 dirty="0">
                          <a:solidFill>
                            <a:srgbClr val="0070C0"/>
                          </a:solidFill>
                          <a:highlight>
                            <a:srgbClr val="FFFF00"/>
                          </a:highlight>
                        </a:rPr>
                        <a:t>Review Details</a:t>
                      </a:r>
                      <a:endParaRPr sz="2400" b="1" u="none" strike="noStrike" cap="none" dirty="0">
                        <a:solidFill>
                          <a:srgbClr val="0070C0"/>
                        </a:solidFill>
                        <a:highlight>
                          <a:srgbClr val="FFFF00"/>
                        </a:highlight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9525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4225">
                <a:tc gridSpan="2">
                  <a:txBody>
                    <a:bodyPr/>
                    <a:lstStyle/>
                    <a:p>
                      <a:pPr marL="685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2060"/>
                          </a:solidFill>
                        </a:rPr>
                        <a:t>Particulars to be followed</a:t>
                      </a:r>
                      <a:endParaRPr sz="2400" u="none" strike="noStrike" cap="none">
                        <a:solidFill>
                          <a:srgbClr val="00206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9525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4225">
                <a:tc>
                  <a:txBody>
                    <a:bodyPr/>
                    <a:lstStyle/>
                    <a:p>
                      <a:pPr marL="685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1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9525" marB="0"/>
                </a:tc>
                <a:tc>
                  <a:txBody>
                    <a:bodyPr/>
                    <a:lstStyle/>
                    <a:p>
                      <a:pPr marL="6858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Each Application should have </a:t>
                      </a:r>
                      <a:r>
                        <a:rPr lang="en-US" sz="2000" u="none" strike="noStrike" cap="none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min 5 Entities</a:t>
                      </a:r>
                      <a:endParaRPr sz="2000" u="none" strike="noStrike" cap="none">
                        <a:solidFill>
                          <a:schemeClr val="dk1"/>
                        </a:solidFill>
                        <a:highlight>
                          <a:srgbClr val="FFFF00"/>
                        </a:highlight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952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2525">
                <a:tc>
                  <a:txBody>
                    <a:bodyPr/>
                    <a:lstStyle/>
                    <a:p>
                      <a:pPr marL="685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2</a:t>
                      </a:r>
                      <a:endParaRPr sz="2400" u="none" strike="noStrike" cap="none">
                        <a:solidFill>
                          <a:schemeClr val="dk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9525" marB="0"/>
                </a:tc>
                <a:tc>
                  <a:txBody>
                    <a:bodyPr/>
                    <a:lstStyle/>
                    <a:p>
                      <a:pPr marL="411480" marR="0" lvl="0" indent="-34290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Noto Sans Symbols"/>
                        <a:buChar char="✔"/>
                      </a:pPr>
                      <a:r>
                        <a:rPr lang="en-US" sz="2000" u="none" strike="noStrike" cap="none" dirty="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For each entity, Table /Relation must be created with </a:t>
                      </a:r>
                      <a:r>
                        <a:rPr lang="en-US" sz="2000" u="none" strike="noStrike" cap="none" dirty="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min 5 attributes</a:t>
                      </a:r>
                      <a:r>
                        <a:rPr lang="en-US" sz="2000" u="none" strike="noStrike" cap="none" dirty="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, i.e. each application should have min 5 Tables with attributes.</a:t>
                      </a:r>
                      <a:endParaRPr sz="1400" dirty="0"/>
                    </a:p>
                    <a:p>
                      <a:pPr marL="411480" marR="0" lvl="0" indent="-342900" algn="just" rtl="0">
                        <a:lnSpc>
                          <a:spcPct val="100000"/>
                        </a:lnSpc>
                        <a:spcBef>
                          <a:spcPts val="75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Noto Sans Symbols"/>
                        <a:buChar char="✔"/>
                      </a:pPr>
                      <a:r>
                        <a:rPr lang="en-US" sz="2000" u="none" strike="noStrike" cap="none" dirty="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Specify Primary Key/Foreign key for Tables. </a:t>
                      </a:r>
                      <a:endParaRPr sz="1400" dirty="0"/>
                    </a:p>
                    <a:p>
                      <a:pPr marL="411480" marR="0" lvl="0" indent="-342900" algn="just" rtl="0">
                        <a:lnSpc>
                          <a:spcPct val="100000"/>
                        </a:lnSpc>
                        <a:spcBef>
                          <a:spcPts val="75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Noto Sans Symbols"/>
                        <a:buChar char="✔"/>
                      </a:pPr>
                      <a:r>
                        <a:rPr lang="en-US" sz="2000" u="none" strike="noStrike" cap="none" dirty="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Tables must be related. Not a single table should be left without establishing relation with another table. </a:t>
                      </a:r>
                    </a:p>
                  </a:txBody>
                  <a:tcPr marL="0" marR="0" marT="952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4225">
                <a:tc>
                  <a:txBody>
                    <a:bodyPr/>
                    <a:lstStyle/>
                    <a:p>
                      <a:pPr marL="685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3</a:t>
                      </a:r>
                      <a:endParaRPr sz="2400" u="none" strike="noStrike" cap="none">
                        <a:solidFill>
                          <a:schemeClr val="dk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9525" marB="0"/>
                </a:tc>
                <a:tc>
                  <a:txBody>
                    <a:bodyPr/>
                    <a:lstStyle/>
                    <a:p>
                      <a:pPr marL="6858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In Each table </a:t>
                      </a:r>
                      <a:r>
                        <a:rPr lang="en-US" sz="2000" u="none" strike="noStrike" cap="none" dirty="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min 5 rows/records </a:t>
                      </a:r>
                      <a:r>
                        <a:rPr lang="en-US" sz="2000" u="none" strike="noStrike" cap="none" dirty="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must be entered</a:t>
                      </a:r>
                    </a:p>
                    <a:p>
                      <a:pPr marL="6858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u="none" strike="noStrike" cap="none" dirty="0">
                        <a:solidFill>
                          <a:schemeClr val="dk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952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4225">
                <a:tc>
                  <a:txBody>
                    <a:bodyPr/>
                    <a:lstStyle/>
                    <a:p>
                      <a:pPr marL="685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4</a:t>
                      </a:r>
                      <a:endParaRPr sz="2400" u="none" strike="noStrike" cap="none">
                        <a:solidFill>
                          <a:schemeClr val="dk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9525" marB="0"/>
                </a:tc>
                <a:tc>
                  <a:txBody>
                    <a:bodyPr/>
                    <a:lstStyle/>
                    <a:p>
                      <a:pPr marL="6858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You have to  demonstrate DBMS SQL commands/functionalities such as : </a:t>
                      </a:r>
                      <a:r>
                        <a:rPr lang="en-US" sz="2000" i="1" u="none" strike="noStrike" cap="none" dirty="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Insert, delete, update, modify, alter, view, trigger </a:t>
                      </a:r>
                      <a:r>
                        <a:rPr lang="en-US" sz="2000" u="none" strike="noStrike" cap="none" dirty="0" err="1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etc</a:t>
                      </a:r>
                      <a:r>
                        <a:rPr lang="en-US" sz="2000" u="none" strike="noStrike" cap="none" dirty="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 for the Tables.</a:t>
                      </a:r>
                    </a:p>
                    <a:p>
                      <a:pPr marL="6858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u="none" strike="noStrike" cap="none" dirty="0">
                        <a:solidFill>
                          <a:schemeClr val="dk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9525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4225">
                <a:tc>
                  <a:txBody>
                    <a:bodyPr/>
                    <a:lstStyle/>
                    <a:p>
                      <a:pPr marL="685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5</a:t>
                      </a:r>
                      <a:endParaRPr sz="2400" u="none" strike="noStrike" cap="none">
                        <a:solidFill>
                          <a:schemeClr val="dk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9525" marB="0"/>
                </a:tc>
                <a:tc>
                  <a:txBody>
                    <a:bodyPr/>
                    <a:lstStyle/>
                    <a:p>
                      <a:pPr marL="6858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If you insert/update/delete/modify any data in back-end using MySQL command/syntax, the changes should reflect in front-end and vice versa, i.e. if any updation/insertion/deletion is done using front-end tabs the updated values must be retrieved at the backend using select command. </a:t>
                      </a:r>
                    </a:p>
                    <a:p>
                      <a:pPr marL="6858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u="none" strike="noStrike" cap="none" dirty="0">
                        <a:solidFill>
                          <a:schemeClr val="dk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9525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4225">
                <a:tc>
                  <a:txBody>
                    <a:bodyPr/>
                    <a:lstStyle/>
                    <a:p>
                      <a:pPr marL="685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chemeClr val="dk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6</a:t>
                      </a:r>
                      <a:endParaRPr sz="2400" u="none" strike="noStrike" cap="none">
                        <a:solidFill>
                          <a:schemeClr val="dk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9525" marB="0"/>
                </a:tc>
                <a:tc>
                  <a:txBody>
                    <a:bodyPr/>
                    <a:lstStyle/>
                    <a:p>
                      <a:pPr marL="6858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i="0" u="none" strike="noStrike" cap="none" dirty="0">
                          <a:solidFill>
                            <a:srgbClr val="FF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***Mobile apps on Android/IOS are strictly not permitted.</a:t>
                      </a:r>
                      <a:endParaRPr sz="2400" b="0" i="0" u="none" strike="noStrike" cap="none" dirty="0">
                        <a:solidFill>
                          <a:srgbClr val="FF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L="0" marR="0" marT="9525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olstice">
  <a:themeElements>
    <a:clrScheme name="Paper">
      <a:dk1>
        <a:srgbClr val="000000"/>
      </a:dk1>
      <a:lt1>
        <a:srgbClr val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366</Words>
  <Application>Microsoft Office PowerPoint</Application>
  <PresentationFormat>Widescreen</PresentationFormat>
  <Paragraphs>25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Trebuchet MS</vt:lpstr>
      <vt:lpstr>Noto Sans Symbols</vt:lpstr>
      <vt:lpstr>Verdana</vt:lpstr>
      <vt:lpstr>Calibri</vt:lpstr>
      <vt:lpstr>Gill Sans</vt:lpstr>
      <vt:lpstr>Arial</vt:lpstr>
      <vt:lpstr>Solstice</vt:lpstr>
      <vt:lpstr>DBMS Mini Project  Guidelines </vt:lpstr>
      <vt:lpstr>Mini Project Guidelines 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DBMS Laboratory Mini Project BCS403  Guidelines, Schedule, Rubrics Academic Year 2025-26 EVEN </dc:title>
  <dc:creator>Prem Kumar Ramesh</dc:creator>
  <cp:lastModifiedBy>SANCHARI SAHA</cp:lastModifiedBy>
  <cp:revision>2</cp:revision>
  <dcterms:created xsi:type="dcterms:W3CDTF">2020-07-30T07:33:12Z</dcterms:created>
  <dcterms:modified xsi:type="dcterms:W3CDTF">2026-09-28T10:33:12Z</dcterms:modified>
</cp:coreProperties>
</file>